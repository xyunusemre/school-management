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53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93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92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91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102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Masters/slideMaster72.xml" ContentType="application/vnd.openxmlformats-officedocument.presentationml.slideMaster+xml"/>
  <Override PartName="/ppt/slideMasters/slideMaster70.xml" ContentType="application/vnd.openxmlformats-officedocument.presentationml.slideMaster+xml"/>
  <Override PartName="/ppt/slideMasters/slideMaster88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0.xml" ContentType="application/vnd.openxmlformats-officedocument.presentationml.slideMaster+xml"/>
  <Override PartName="/ppt/slideMasters/slideMaster73.xml" ContentType="application/vnd.openxmlformats-officedocument.presentationml.slideMaster+xml"/>
  <Override PartName="/ppt/slideMasters/slideMaster96.xml" ContentType="application/vnd.openxmlformats-officedocument.presentationml.slideMaster+xml"/>
  <Override PartName="/ppt/slideMasters/slideMaster77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7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78.xml" ContentType="application/vnd.openxmlformats-officedocument.presentationml.slideMaster+xml"/>
  <Override PartName="/ppt/slideMasters/slideMaster104.xml" ContentType="application/vnd.openxmlformats-officedocument.presentationml.slideMaster+xml"/>
  <Override PartName="/ppt/slideMasters/slideMaster86.xml" ContentType="application/vnd.openxmlformats-officedocument.presentationml.slideMaster+xml"/>
  <Override PartName="/ppt/slideMasters/slideMaster80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03.xml" ContentType="application/vnd.openxmlformats-officedocument.presentationml.slideMaster+xml"/>
  <Override PartName="/ppt/slideMasters/slideMaster107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76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99.xml" ContentType="application/vnd.openxmlformats-officedocument.presentationml.slideMaster+xml"/>
  <Override PartName="/ppt/slideMasters/slideMaster74.xml" ContentType="application/vnd.openxmlformats-officedocument.presentationml.slideMaster+xml"/>
  <Override PartName="/ppt/slideMasters/slideMaster84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95.xml" ContentType="application/vnd.openxmlformats-officedocument.presentationml.slideMaster+xml"/>
  <Override PartName="/ppt/slideMasters/slideMaster98.xml" ContentType="application/vnd.openxmlformats-officedocument.presentationml.slideMaster+xml"/>
  <Override PartName="/ppt/slideMasters/slideMaster97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08.xml" ContentType="application/vnd.openxmlformats-officedocument.presentationml.slideMaster+xml"/>
  <Override PartName="/ppt/slideMasters/slideMaster89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71.xml" ContentType="application/vnd.openxmlformats-officedocument.presentationml.slideMaster+xml"/>
  <Override PartName="/ppt/slideMasters/slideMaster105.xml" ContentType="application/vnd.openxmlformats-officedocument.presentationml.slideMaster+xml"/>
  <Override PartName="/ppt/slideMasters/slideMaster87.xml" ContentType="application/vnd.openxmlformats-officedocument.presentationml.slideMaster+xml"/>
  <Override PartName="/ppt/slideMasters/slideMaster106.xml" ContentType="application/vnd.openxmlformats-officedocument.presentationml.slideMaster+xml"/>
  <Override PartName="/ppt/slideMasters/slideMaster101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8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94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90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79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85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81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83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17.xml" ContentType="application/vnd.openxmlformats-officedocument.presentationml.slideMaster+xml"/>
  <Override PartName="/ppt/theme/theme56.xml" ContentType="application/vnd.openxmlformats-officedocument.theme+xml"/>
  <Override PartName="/ppt/theme/theme53.xml" ContentType="application/vnd.openxmlformats-officedocument.theme+xml"/>
  <Override PartName="/ppt/theme/theme52.xml" ContentType="application/vnd.openxmlformats-officedocument.theme+xml"/>
  <Override PartName="/ppt/theme/theme51.xml" ContentType="application/vnd.openxmlformats-officedocument.theme+xml"/>
  <Override PartName="/ppt/theme/theme50.xml" ContentType="application/vnd.openxmlformats-officedocument.theme+xml"/>
  <Override PartName="/ppt/theme/theme41.xml" ContentType="application/vnd.openxmlformats-officedocument.theme+xml"/>
  <Override PartName="/ppt/theme/theme54.xml" ContentType="application/vnd.openxmlformats-officedocument.theme+xml"/>
  <Override PartName="/ppt/theme/theme39.xml" ContentType="application/vnd.openxmlformats-officedocument.theme+xml"/>
  <Override PartName="/ppt/theme/theme100.xml" ContentType="application/vnd.openxmlformats-officedocument.theme+xml"/>
  <Override PartName="/ppt/theme/theme37.xml" ContentType="application/vnd.openxmlformats-officedocument.theme+xml"/>
  <Override PartName="/ppt/theme/theme36.xml" ContentType="application/vnd.openxmlformats-officedocument.theme+xml"/>
  <Override PartName="/ppt/theme/theme9.xml" ContentType="application/vnd.openxmlformats-officedocument.theme+xml"/>
  <Override PartName="/ppt/theme/theme35.xml" ContentType="application/vnd.openxmlformats-officedocument.theme+xml"/>
  <Override PartName="/ppt/theme/theme42.xml" ContentType="application/vnd.openxmlformats-officedocument.theme+xml"/>
  <Override PartName="/ppt/theme/theme8.xml" ContentType="application/vnd.openxmlformats-officedocument.theme+xml"/>
  <Override PartName="/ppt/theme/theme34.xml" ContentType="application/vnd.openxmlformats-officedocument.theme+xml"/>
  <Override PartName="/ppt/theme/theme55.xml" ContentType="application/vnd.openxmlformats-officedocument.theme+xml"/>
  <Override PartName="/ppt/theme/theme98.xml" ContentType="application/vnd.openxmlformats-officedocument.theme+xml"/>
  <Override PartName="/ppt/theme/theme97.xml" ContentType="application/vnd.openxmlformats-officedocument.theme+xml"/>
  <Override PartName="/ppt/theme/theme33.xml" ContentType="application/vnd.openxmlformats-officedocument.theme+xml"/>
  <Override PartName="/ppt/theme/theme96.xml" ContentType="application/vnd.openxmlformats-officedocument.theme+xml"/>
  <Override PartName="/ppt/theme/theme44.xml" ContentType="application/vnd.openxmlformats-officedocument.theme+xml"/>
  <Override PartName="/ppt/theme/theme95.xml" ContentType="application/vnd.openxmlformats-officedocument.theme+xml"/>
  <Override PartName="/ppt/theme/theme31.xml" ContentType="application/vnd.openxmlformats-officedocument.theme+xml"/>
  <Override PartName="/ppt/theme/theme29.xml" ContentType="application/vnd.openxmlformats-officedocument.theme+xml"/>
  <Override PartName="/ppt/theme/theme94.xml" ContentType="application/vnd.openxmlformats-officedocument.theme+xml"/>
  <Override PartName="/ppt/theme/theme46.xml" ContentType="application/vnd.openxmlformats-officedocument.theme+xml"/>
  <Override PartName="/ppt/theme/theme13.xml" ContentType="application/vnd.openxmlformats-officedocument.theme+xml"/>
  <Override PartName="/ppt/theme/theme30.xml" ContentType="application/vnd.openxmlformats-officedocument.theme+xml"/>
  <Override PartName="/ppt/theme/theme10.xml" ContentType="application/vnd.openxmlformats-officedocument.theme+xml"/>
  <Override PartName="/ppt/theme/theme3.xml" ContentType="application/vnd.openxmlformats-officedocument.theme+xml"/>
  <Override PartName="/ppt/theme/theme38.xml" ContentType="application/vnd.openxmlformats-officedocument.theme+xml"/>
  <Override PartName="/ppt/theme/theme12.xml" ContentType="application/vnd.openxmlformats-officedocument.theme+xml"/>
  <Override PartName="/ppt/theme/theme93.xml" ContentType="application/vnd.openxmlformats-officedocument.theme+xml"/>
  <Override PartName="/ppt/theme/theme27.xml" ContentType="application/vnd.openxmlformats-officedocument.theme+xml"/>
  <Override PartName="/ppt/theme/theme92.xml" ContentType="application/vnd.openxmlformats-officedocument.theme+xml"/>
  <Override PartName="/ppt/theme/theme103.xml" ContentType="application/vnd.openxmlformats-officedocument.theme+xml"/>
  <Override PartName="/ppt/theme/theme66.xml" ContentType="application/vnd.openxmlformats-officedocument.theme+xml"/>
  <Override PartName="/ppt/theme/theme59.xml" ContentType="application/vnd.openxmlformats-officedocument.theme+xml"/>
  <Override PartName="/ppt/theme/theme70.xml" ContentType="application/vnd.openxmlformats-officedocument.theme+xml"/>
  <Override PartName="/ppt/theme/theme28.xml" ContentType="application/vnd.openxmlformats-officedocument.theme+xml"/>
  <Override PartName="/ppt/theme/theme79.xml" ContentType="application/vnd.openxmlformats-officedocument.theme+xml"/>
  <Override PartName="/ppt/theme/theme71.xml" ContentType="application/vnd.openxmlformats-officedocument.theme+xml"/>
  <Override PartName="/ppt/theme/theme72.xml" ContentType="application/vnd.openxmlformats-officedocument.theme+xml"/>
  <Override PartName="/ppt/theme/theme65.xml" ContentType="application/vnd.openxmlformats-officedocument.theme+xml"/>
  <Override PartName="/ppt/theme/theme69.xml" ContentType="application/vnd.openxmlformats-officedocument.theme+xml"/>
  <Override PartName="/ppt/theme/theme47.xml" ContentType="application/vnd.openxmlformats-officedocument.theme+xml"/>
  <Override PartName="/ppt/theme/theme6.xml" ContentType="application/vnd.openxmlformats-officedocument.theme+xml"/>
  <Override PartName="/ppt/theme/theme64.xml" ContentType="application/vnd.openxmlformats-officedocument.theme+xml"/>
  <Override PartName="/ppt/theme/theme15.xml" ContentType="application/vnd.openxmlformats-officedocument.theme+xml"/>
  <Override PartName="/ppt/theme/theme107.xml" ContentType="application/vnd.openxmlformats-officedocument.theme+xml"/>
  <Override PartName="/ppt/theme/theme18.xml" ContentType="application/vnd.openxmlformats-officedocument.theme+xml"/>
  <Override PartName="/ppt/theme/theme73.xml" ContentType="application/vnd.openxmlformats-officedocument.theme+xml"/>
  <Override PartName="/ppt/theme/theme5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48.xml" ContentType="application/vnd.openxmlformats-officedocument.theme+xml"/>
  <Override PartName="/ppt/theme/theme104.xml" ContentType="application/vnd.openxmlformats-officedocument.theme+xml"/>
  <Override PartName="/ppt/theme/theme20.xml" ContentType="application/vnd.openxmlformats-officedocument.theme+xml"/>
  <Override PartName="/ppt/theme/theme86.xml" ContentType="application/vnd.openxmlformats-officedocument.theme+xml"/>
  <Override PartName="/ppt/theme/theme102.xml" ContentType="application/vnd.openxmlformats-officedocument.theme+xml"/>
  <Override PartName="/ppt/theme/theme43.xml" ContentType="application/vnd.openxmlformats-officedocument.theme+xml"/>
  <Override PartName="/ppt/theme/theme106.xml" ContentType="application/vnd.openxmlformats-officedocument.theme+xml"/>
  <Override PartName="/ppt/theme/theme108.xml" ContentType="application/vnd.openxmlformats-officedocument.theme+xml"/>
  <Override PartName="/ppt/theme/theme16.xml" ContentType="application/vnd.openxmlformats-officedocument.theme+xml"/>
  <Override PartName="/ppt/theme/theme45.xml" ContentType="application/vnd.openxmlformats-officedocument.theme+xml"/>
  <Override PartName="/ppt/theme/theme105.xml" ContentType="application/vnd.openxmlformats-officedocument.theme+xml"/>
  <Override PartName="/ppt/theme/theme78.xml" ContentType="application/vnd.openxmlformats-officedocument.theme+xml"/>
  <Override PartName="/ppt/theme/theme89.xml" ContentType="application/vnd.openxmlformats-officedocument.theme+xml"/>
  <Override PartName="/ppt/theme/theme88.xml" ContentType="application/vnd.openxmlformats-officedocument.theme+xml"/>
  <Override PartName="/ppt/theme/theme81.xml" ContentType="application/vnd.openxmlformats-officedocument.theme+xml"/>
  <Override PartName="/ppt/theme/theme60.xml" ContentType="application/vnd.openxmlformats-officedocument.theme+xml"/>
  <Override PartName="/ppt/theme/theme87.xml" ContentType="application/vnd.openxmlformats-officedocument.theme+xml"/>
  <Override PartName="/ppt/theme/theme101.xml" ContentType="application/vnd.openxmlformats-officedocument.theme+xml"/>
  <Override PartName="/ppt/theme/theme25.xml" ContentType="application/vnd.openxmlformats-officedocument.theme+xml"/>
  <Override PartName="/ppt/theme/theme49.xml" ContentType="application/vnd.openxmlformats-officedocument.theme+xml"/>
  <Override PartName="/ppt/theme/theme76.xml" ContentType="application/vnd.openxmlformats-officedocument.theme+xml"/>
  <Override PartName="/ppt/theme/theme62.xml" ContentType="application/vnd.openxmlformats-officedocument.theme+xml"/>
  <Override PartName="/ppt/theme/theme17.xml" ContentType="application/vnd.openxmlformats-officedocument.theme+xml"/>
  <Override PartName="/ppt/theme/theme80.xml" ContentType="application/vnd.openxmlformats-officedocument.theme+xml"/>
  <Override PartName="/ppt/theme/theme85.xml" ContentType="application/vnd.openxmlformats-officedocument.theme+xml"/>
  <Override PartName="/ppt/theme/theme63.xml" ContentType="application/vnd.openxmlformats-officedocument.theme+xml"/>
  <Override PartName="/ppt/theme/theme99.xml" ContentType="application/vnd.openxmlformats-officedocument.theme+xml"/>
  <Override PartName="/ppt/theme/theme61.xml" ContentType="application/vnd.openxmlformats-officedocument.theme+xml"/>
  <Override PartName="/ppt/theme/theme2.xml" ContentType="application/vnd.openxmlformats-officedocument.theme+xml"/>
  <Override PartName="/ppt/theme/theme57.xml" ContentType="application/vnd.openxmlformats-officedocument.theme+xml"/>
  <Override PartName="/ppt/theme/theme90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67.xml" ContentType="application/vnd.openxmlformats-officedocument.theme+xml"/>
  <Override PartName="/ppt/theme/theme58.xml" ContentType="application/vnd.openxmlformats-officedocument.theme+xml"/>
  <Override PartName="/ppt/theme/theme32.xml" ContentType="application/vnd.openxmlformats-officedocument.theme+xml"/>
  <Override PartName="/ppt/theme/theme68.xml" ContentType="application/vnd.openxmlformats-officedocument.theme+xml"/>
  <Override PartName="/ppt/theme/theme91.xml" ContentType="application/vnd.openxmlformats-officedocument.theme+xml"/>
  <Override PartName="/ppt/theme/theme22.xml" ContentType="application/vnd.openxmlformats-officedocument.theme+xml"/>
  <Override PartName="/ppt/theme/theme40.xml" ContentType="application/vnd.openxmlformats-officedocument.theme+xml"/>
  <Override PartName="/ppt/theme/theme21.xml" ContentType="application/vnd.openxmlformats-officedocument.theme+xml"/>
  <Override PartName="/ppt/theme/theme84.xml" ContentType="application/vnd.openxmlformats-officedocument.theme+xml"/>
  <Override PartName="/ppt/theme/theme77.xml" ContentType="application/vnd.openxmlformats-officedocument.theme+xml"/>
  <Override PartName="/ppt/theme/theme19.xml" ContentType="application/vnd.openxmlformats-officedocument.theme+xml"/>
  <Override PartName="/ppt/theme/theme26.xml" ContentType="application/vnd.openxmlformats-officedocument.theme+xml"/>
  <Override PartName="/ppt/theme/theme83.xml" ContentType="application/vnd.openxmlformats-officedocument.theme+xml"/>
  <Override PartName="/ppt/theme/theme75.xml" ContentType="application/vnd.openxmlformats-officedocument.theme+xml"/>
  <Override PartName="/ppt/theme/theme1.xml" ContentType="application/vnd.openxmlformats-officedocument.theme+xml"/>
  <Override PartName="/ppt/theme/theme7.xml" ContentType="application/vnd.openxmlformats-officedocument.theme+xml"/>
  <Override PartName="/ppt/theme/theme74.xml" ContentType="application/vnd.openxmlformats-officedocument.theme+xml"/>
  <Override PartName="/ppt/theme/theme82.xml" ContentType="application/vnd.openxmlformats-officedocument.theme+xml"/>
  <Override PartName="/ppt/theme/theme11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90" r:id="rId19"/>
    <p:sldMasterId id="2147483692" r:id="rId20"/>
    <p:sldMasterId id="2147483694" r:id="rId21"/>
    <p:sldMasterId id="2147483696" r:id="rId22"/>
    <p:sldMasterId id="2147483698" r:id="rId23"/>
    <p:sldMasterId id="2147483700" r:id="rId24"/>
    <p:sldMasterId id="2147483702" r:id="rId25"/>
    <p:sldMasterId id="2147483704" r:id="rId26"/>
    <p:sldMasterId id="2147483706" r:id="rId27"/>
    <p:sldMasterId id="2147483708" r:id="rId28"/>
    <p:sldMasterId id="2147483710" r:id="rId29"/>
    <p:sldMasterId id="2147483712" r:id="rId30"/>
    <p:sldMasterId id="2147483714" r:id="rId31"/>
    <p:sldMasterId id="2147483716" r:id="rId32"/>
    <p:sldMasterId id="2147483718" r:id="rId33"/>
    <p:sldMasterId id="2147483720" r:id="rId34"/>
    <p:sldMasterId id="2147483722" r:id="rId35"/>
    <p:sldMasterId id="2147483724" r:id="rId36"/>
    <p:sldMasterId id="2147483726" r:id="rId37"/>
    <p:sldMasterId id="2147483728" r:id="rId38"/>
    <p:sldMasterId id="2147483730" r:id="rId39"/>
    <p:sldMasterId id="2147483732" r:id="rId40"/>
    <p:sldMasterId id="2147483734" r:id="rId41"/>
    <p:sldMasterId id="2147483736" r:id="rId42"/>
    <p:sldMasterId id="2147483738" r:id="rId43"/>
    <p:sldMasterId id="2147483740" r:id="rId44"/>
    <p:sldMasterId id="2147483742" r:id="rId45"/>
    <p:sldMasterId id="2147483744" r:id="rId46"/>
    <p:sldMasterId id="2147483746" r:id="rId47"/>
    <p:sldMasterId id="2147483748" r:id="rId48"/>
    <p:sldMasterId id="2147483750" r:id="rId49"/>
    <p:sldMasterId id="2147483752" r:id="rId50"/>
    <p:sldMasterId id="2147483754" r:id="rId51"/>
    <p:sldMasterId id="2147483756" r:id="rId52"/>
    <p:sldMasterId id="2147483758" r:id="rId53"/>
    <p:sldMasterId id="2147483760" r:id="rId54"/>
    <p:sldMasterId id="2147483762" r:id="rId55"/>
    <p:sldMasterId id="2147483764" r:id="rId56"/>
    <p:sldMasterId id="2147483766" r:id="rId57"/>
    <p:sldMasterId id="2147483768" r:id="rId58"/>
    <p:sldMasterId id="2147483770" r:id="rId59"/>
    <p:sldMasterId id="2147483772" r:id="rId60"/>
    <p:sldMasterId id="2147483774" r:id="rId61"/>
    <p:sldMasterId id="2147483776" r:id="rId62"/>
    <p:sldMasterId id="2147483778" r:id="rId63"/>
    <p:sldMasterId id="2147483780" r:id="rId64"/>
    <p:sldMasterId id="2147483782" r:id="rId65"/>
    <p:sldMasterId id="2147483784" r:id="rId66"/>
    <p:sldMasterId id="2147483786" r:id="rId67"/>
    <p:sldMasterId id="2147483788" r:id="rId68"/>
    <p:sldMasterId id="2147483790" r:id="rId69"/>
    <p:sldMasterId id="2147483792" r:id="rId70"/>
    <p:sldMasterId id="2147483794" r:id="rId71"/>
    <p:sldMasterId id="2147483796" r:id="rId72"/>
    <p:sldMasterId id="2147483798" r:id="rId73"/>
    <p:sldMasterId id="2147483800" r:id="rId74"/>
    <p:sldMasterId id="2147483802" r:id="rId75"/>
    <p:sldMasterId id="2147483804" r:id="rId76"/>
    <p:sldMasterId id="2147483806" r:id="rId77"/>
    <p:sldMasterId id="2147483808" r:id="rId78"/>
    <p:sldMasterId id="2147483810" r:id="rId79"/>
    <p:sldMasterId id="2147483812" r:id="rId80"/>
    <p:sldMasterId id="2147483814" r:id="rId81"/>
    <p:sldMasterId id="2147483816" r:id="rId82"/>
    <p:sldMasterId id="2147483818" r:id="rId83"/>
    <p:sldMasterId id="2147483820" r:id="rId84"/>
    <p:sldMasterId id="2147483822" r:id="rId85"/>
    <p:sldMasterId id="2147483824" r:id="rId86"/>
    <p:sldMasterId id="2147483826" r:id="rId87"/>
    <p:sldMasterId id="2147483828" r:id="rId88"/>
    <p:sldMasterId id="2147483830" r:id="rId89"/>
    <p:sldMasterId id="2147483832" r:id="rId90"/>
    <p:sldMasterId id="2147483834" r:id="rId91"/>
    <p:sldMasterId id="2147483836" r:id="rId92"/>
    <p:sldMasterId id="2147483838" r:id="rId93"/>
    <p:sldMasterId id="2147483840" r:id="rId94"/>
    <p:sldMasterId id="2147483842" r:id="rId95"/>
    <p:sldMasterId id="2147483844" r:id="rId96"/>
    <p:sldMasterId id="2147483846" r:id="rId97"/>
    <p:sldMasterId id="2147483848" r:id="rId98"/>
    <p:sldMasterId id="2147483850" r:id="rId99"/>
    <p:sldMasterId id="2147483852" r:id="rId100"/>
    <p:sldMasterId id="2147483854" r:id="rId101"/>
    <p:sldMasterId id="2147483856" r:id="rId102"/>
    <p:sldMasterId id="2147483858" r:id="rId103"/>
    <p:sldMasterId id="2147483860" r:id="rId104"/>
    <p:sldMasterId id="2147483862" r:id="rId105"/>
    <p:sldMasterId id="2147483864" r:id="rId106"/>
    <p:sldMasterId id="2147483866" r:id="rId107"/>
    <p:sldMasterId id="2147483868" r:id="rId108"/>
    <p:sldMasterId id="2147483870" r:id="rId109"/>
  </p:sldMasterIdLst>
  <p:sldIdLst>
    <p:sldId id="256" r:id="rId110"/>
    <p:sldId id="257" r:id="rId111"/>
    <p:sldId id="258" r:id="rId112"/>
    <p:sldId id="259" r:id="rId113"/>
    <p:sldId id="260" r:id="rId114"/>
    <p:sldId id="261" r:id="rId115"/>
    <p:sldId id="262" r:id="rId116"/>
    <p:sldId id="263" r:id="rId117"/>
    <p:sldId id="264" r:id="rId118"/>
    <p:sldId id="265" r:id="rId119"/>
    <p:sldId id="266" r:id="rId120"/>
    <p:sldId id="267" r:id="rId121"/>
    <p:sldId id="268" r:id="rId122"/>
    <p:sldId id="269" r:id="rId123"/>
    <p:sldId id="270" r:id="rId124"/>
    <p:sldId id="271" r:id="rId125"/>
    <p:sldId id="272" r:id="rId126"/>
    <p:sldId id="273" r:id="rId127"/>
    <p:sldId id="274" r:id="rId128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Master" Target="slideMasters/slideMaster49.xml"/><Relationship Id="rId51" Type="http://schemas.openxmlformats.org/officeDocument/2006/relationships/slideMaster" Target="slideMasters/slideMaster50.xml"/><Relationship Id="rId52" Type="http://schemas.openxmlformats.org/officeDocument/2006/relationships/slideMaster" Target="slideMasters/slideMaster51.xml"/><Relationship Id="rId53" Type="http://schemas.openxmlformats.org/officeDocument/2006/relationships/slideMaster" Target="slideMasters/slideMaster52.xml"/><Relationship Id="rId54" Type="http://schemas.openxmlformats.org/officeDocument/2006/relationships/slideMaster" Target="slideMasters/slideMaster53.xml"/><Relationship Id="rId55" Type="http://schemas.openxmlformats.org/officeDocument/2006/relationships/slideMaster" Target="slideMasters/slideMaster54.xml"/><Relationship Id="rId56" Type="http://schemas.openxmlformats.org/officeDocument/2006/relationships/slideMaster" Target="slideMasters/slideMaster55.xml"/><Relationship Id="rId57" Type="http://schemas.openxmlformats.org/officeDocument/2006/relationships/slideMaster" Target="slideMasters/slideMaster56.xml"/><Relationship Id="rId58" Type="http://schemas.openxmlformats.org/officeDocument/2006/relationships/slideMaster" Target="slideMasters/slideMaster57.xml"/><Relationship Id="rId59" Type="http://schemas.openxmlformats.org/officeDocument/2006/relationships/slideMaster" Target="slideMasters/slideMaster58.xml"/><Relationship Id="rId60" Type="http://schemas.openxmlformats.org/officeDocument/2006/relationships/slideMaster" Target="slideMasters/slideMaster59.xml"/><Relationship Id="rId61" Type="http://schemas.openxmlformats.org/officeDocument/2006/relationships/slideMaster" Target="slideMasters/slideMaster60.xml"/><Relationship Id="rId62" Type="http://schemas.openxmlformats.org/officeDocument/2006/relationships/slideMaster" Target="slideMasters/slideMaster61.xml"/><Relationship Id="rId63" Type="http://schemas.openxmlformats.org/officeDocument/2006/relationships/slideMaster" Target="slideMasters/slideMaster62.xml"/><Relationship Id="rId64" Type="http://schemas.openxmlformats.org/officeDocument/2006/relationships/slideMaster" Target="slideMasters/slideMaster63.xml"/><Relationship Id="rId65" Type="http://schemas.openxmlformats.org/officeDocument/2006/relationships/slideMaster" Target="slideMasters/slideMaster64.xml"/><Relationship Id="rId66" Type="http://schemas.openxmlformats.org/officeDocument/2006/relationships/slideMaster" Target="slideMasters/slideMaster65.xml"/><Relationship Id="rId67" Type="http://schemas.openxmlformats.org/officeDocument/2006/relationships/slideMaster" Target="slideMasters/slideMaster66.xml"/><Relationship Id="rId68" Type="http://schemas.openxmlformats.org/officeDocument/2006/relationships/slideMaster" Target="slideMasters/slideMaster67.xml"/><Relationship Id="rId69" Type="http://schemas.openxmlformats.org/officeDocument/2006/relationships/slideMaster" Target="slideMasters/slideMaster68.xml"/><Relationship Id="rId70" Type="http://schemas.openxmlformats.org/officeDocument/2006/relationships/slideMaster" Target="slideMasters/slideMaster69.xml"/><Relationship Id="rId71" Type="http://schemas.openxmlformats.org/officeDocument/2006/relationships/slideMaster" Target="slideMasters/slideMaster70.xml"/><Relationship Id="rId72" Type="http://schemas.openxmlformats.org/officeDocument/2006/relationships/slideMaster" Target="slideMasters/slideMaster71.xml"/><Relationship Id="rId73" Type="http://schemas.openxmlformats.org/officeDocument/2006/relationships/slideMaster" Target="slideMasters/slideMaster72.xml"/><Relationship Id="rId74" Type="http://schemas.openxmlformats.org/officeDocument/2006/relationships/slideMaster" Target="slideMasters/slideMaster73.xml"/><Relationship Id="rId75" Type="http://schemas.openxmlformats.org/officeDocument/2006/relationships/slideMaster" Target="slideMasters/slideMaster74.xml"/><Relationship Id="rId76" Type="http://schemas.openxmlformats.org/officeDocument/2006/relationships/slideMaster" Target="slideMasters/slideMaster75.xml"/><Relationship Id="rId77" Type="http://schemas.openxmlformats.org/officeDocument/2006/relationships/slideMaster" Target="slideMasters/slideMaster76.xml"/><Relationship Id="rId78" Type="http://schemas.openxmlformats.org/officeDocument/2006/relationships/slideMaster" Target="slideMasters/slideMaster77.xml"/><Relationship Id="rId79" Type="http://schemas.openxmlformats.org/officeDocument/2006/relationships/slideMaster" Target="slideMasters/slideMaster78.xml"/><Relationship Id="rId80" Type="http://schemas.openxmlformats.org/officeDocument/2006/relationships/slideMaster" Target="slideMasters/slideMaster79.xml"/><Relationship Id="rId81" Type="http://schemas.openxmlformats.org/officeDocument/2006/relationships/slideMaster" Target="slideMasters/slideMaster80.xml"/><Relationship Id="rId82" Type="http://schemas.openxmlformats.org/officeDocument/2006/relationships/slideMaster" Target="slideMasters/slideMaster81.xml"/><Relationship Id="rId83" Type="http://schemas.openxmlformats.org/officeDocument/2006/relationships/slideMaster" Target="slideMasters/slideMaster82.xml"/><Relationship Id="rId84" Type="http://schemas.openxmlformats.org/officeDocument/2006/relationships/slideMaster" Target="slideMasters/slideMaster83.xml"/><Relationship Id="rId85" Type="http://schemas.openxmlformats.org/officeDocument/2006/relationships/slideMaster" Target="slideMasters/slideMaster84.xml"/><Relationship Id="rId86" Type="http://schemas.openxmlformats.org/officeDocument/2006/relationships/slideMaster" Target="slideMasters/slideMaster85.xml"/><Relationship Id="rId87" Type="http://schemas.openxmlformats.org/officeDocument/2006/relationships/slideMaster" Target="slideMasters/slideMaster86.xml"/><Relationship Id="rId88" Type="http://schemas.openxmlformats.org/officeDocument/2006/relationships/slideMaster" Target="slideMasters/slideMaster87.xml"/><Relationship Id="rId89" Type="http://schemas.openxmlformats.org/officeDocument/2006/relationships/slideMaster" Target="slideMasters/slideMaster88.xml"/><Relationship Id="rId90" Type="http://schemas.openxmlformats.org/officeDocument/2006/relationships/slideMaster" Target="slideMasters/slideMaster89.xml"/><Relationship Id="rId91" Type="http://schemas.openxmlformats.org/officeDocument/2006/relationships/slideMaster" Target="slideMasters/slideMaster90.xml"/><Relationship Id="rId92" Type="http://schemas.openxmlformats.org/officeDocument/2006/relationships/slideMaster" Target="slideMasters/slideMaster91.xml"/><Relationship Id="rId93" Type="http://schemas.openxmlformats.org/officeDocument/2006/relationships/slideMaster" Target="slideMasters/slideMaster92.xml"/><Relationship Id="rId94" Type="http://schemas.openxmlformats.org/officeDocument/2006/relationships/slideMaster" Target="slideMasters/slideMaster93.xml"/><Relationship Id="rId95" Type="http://schemas.openxmlformats.org/officeDocument/2006/relationships/slideMaster" Target="slideMasters/slideMaster94.xml"/><Relationship Id="rId96" Type="http://schemas.openxmlformats.org/officeDocument/2006/relationships/slideMaster" Target="slideMasters/slideMaster95.xml"/><Relationship Id="rId97" Type="http://schemas.openxmlformats.org/officeDocument/2006/relationships/slideMaster" Target="slideMasters/slideMaster96.xml"/><Relationship Id="rId98" Type="http://schemas.openxmlformats.org/officeDocument/2006/relationships/slideMaster" Target="slideMasters/slideMaster97.xml"/><Relationship Id="rId99" Type="http://schemas.openxmlformats.org/officeDocument/2006/relationships/slideMaster" Target="slideMasters/slideMaster98.xml"/><Relationship Id="rId100" Type="http://schemas.openxmlformats.org/officeDocument/2006/relationships/slideMaster" Target="slideMasters/slideMaster99.xml"/><Relationship Id="rId101" Type="http://schemas.openxmlformats.org/officeDocument/2006/relationships/slideMaster" Target="slideMasters/slideMaster100.xml"/><Relationship Id="rId102" Type="http://schemas.openxmlformats.org/officeDocument/2006/relationships/slideMaster" Target="slideMasters/slideMaster101.xml"/><Relationship Id="rId103" Type="http://schemas.openxmlformats.org/officeDocument/2006/relationships/slideMaster" Target="slideMasters/slideMaster102.xml"/><Relationship Id="rId104" Type="http://schemas.openxmlformats.org/officeDocument/2006/relationships/slideMaster" Target="slideMasters/slideMaster103.xml"/><Relationship Id="rId105" Type="http://schemas.openxmlformats.org/officeDocument/2006/relationships/slideMaster" Target="slideMasters/slideMaster104.xml"/><Relationship Id="rId106" Type="http://schemas.openxmlformats.org/officeDocument/2006/relationships/slideMaster" Target="slideMasters/slideMaster105.xml"/><Relationship Id="rId107" Type="http://schemas.openxmlformats.org/officeDocument/2006/relationships/slideMaster" Target="slideMasters/slideMaster106.xml"/><Relationship Id="rId108" Type="http://schemas.openxmlformats.org/officeDocument/2006/relationships/slideMaster" Target="slideMasters/slideMaster107.xml"/><Relationship Id="rId109" Type="http://schemas.openxmlformats.org/officeDocument/2006/relationships/slideMaster" Target="slideMasters/slideMaster108.xml"/><Relationship Id="rId110" Type="http://schemas.openxmlformats.org/officeDocument/2006/relationships/slide" Target="slides/slide1.xml"/><Relationship Id="rId111" Type="http://schemas.openxmlformats.org/officeDocument/2006/relationships/slide" Target="slides/slide2.xml"/><Relationship Id="rId112" Type="http://schemas.openxmlformats.org/officeDocument/2006/relationships/slide" Target="slides/slide3.xml"/><Relationship Id="rId113" Type="http://schemas.openxmlformats.org/officeDocument/2006/relationships/slide" Target="slides/slide4.xml"/><Relationship Id="rId114" Type="http://schemas.openxmlformats.org/officeDocument/2006/relationships/slide" Target="slides/slide5.xml"/><Relationship Id="rId115" Type="http://schemas.openxmlformats.org/officeDocument/2006/relationships/slide" Target="slides/slide6.xml"/><Relationship Id="rId116" Type="http://schemas.openxmlformats.org/officeDocument/2006/relationships/slide" Target="slides/slide7.xml"/><Relationship Id="rId117" Type="http://schemas.openxmlformats.org/officeDocument/2006/relationships/slide" Target="slides/slide8.xml"/><Relationship Id="rId118" Type="http://schemas.openxmlformats.org/officeDocument/2006/relationships/slide" Target="slides/slide9.xml"/><Relationship Id="rId119" Type="http://schemas.openxmlformats.org/officeDocument/2006/relationships/slide" Target="slides/slide10.xml"/><Relationship Id="rId120" Type="http://schemas.openxmlformats.org/officeDocument/2006/relationships/slide" Target="slides/slide11.xml"/><Relationship Id="rId121" Type="http://schemas.openxmlformats.org/officeDocument/2006/relationships/slide" Target="slides/slide12.xml"/><Relationship Id="rId122" Type="http://schemas.openxmlformats.org/officeDocument/2006/relationships/slide" Target="slides/slide13.xml"/><Relationship Id="rId123" Type="http://schemas.openxmlformats.org/officeDocument/2006/relationships/slide" Target="slides/slide14.xml"/><Relationship Id="rId124" Type="http://schemas.openxmlformats.org/officeDocument/2006/relationships/slide" Target="slides/slide15.xml"/><Relationship Id="rId125" Type="http://schemas.openxmlformats.org/officeDocument/2006/relationships/slide" Target="slides/slide16.xml"/><Relationship Id="rId126" Type="http://schemas.openxmlformats.org/officeDocument/2006/relationships/slide" Target="slides/slide17.xml"/><Relationship Id="rId127" Type="http://schemas.openxmlformats.org/officeDocument/2006/relationships/slide" Target="slides/slide18.xml"/><Relationship Id="rId128" Type="http://schemas.openxmlformats.org/officeDocument/2006/relationships/slide" Target="slides/slide19.xml"/><Relationship Id="rId1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6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7.xml"/>
</Relationships>
</file>

<file path=ppt/slideLayouts/_rels/slideLayout6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8.xml"/>
</Relationships>
</file>

<file path=ppt/slideLayouts/_rels/slideLayout6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9.xml"/>
</Relationships>
</file>

<file path=ppt/slideLayouts/_rels/slideLayout6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0.xml"/>
</Relationships>
</file>

<file path=ppt/slideLayouts/_rels/slideLayout6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1.xml"/>
</Relationships>
</file>

<file path=ppt/slideLayouts/_rels/slideLayout7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2.xml"/>
</Relationships>
</file>

<file path=ppt/slideLayouts/_rels/slideLayout7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3.xml"/>
</Relationships>
</file>

<file path=ppt/slideLayouts/_rels/slideLayout7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4.xml"/>
</Relationships>
</file>

<file path=ppt/slideLayouts/_rels/slideLayout7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5.xml"/>
</Relationships>
</file>

<file path=ppt/slideLayouts/_rels/slideLayout7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6.xml"/>
</Relationships>
</file>

<file path=ppt/slideLayouts/_rels/slideLayout7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7.xml"/>
</Relationships>
</file>

<file path=ppt/slideLayouts/_rels/slideLayout7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8.xml"/>
</Relationships>
</file>

<file path=ppt/slideLayouts/_rels/slideLayout7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9.xml"/>
</Relationships>
</file>

<file path=ppt/slideLayouts/_rels/slideLayout7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0.xml"/>
</Relationships>
</file>

<file path=ppt/slideLayouts/_rels/slideLayout7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1.xml"/>
</Relationships>
</file>

<file path=ppt/slideLayouts/_rels/slideLayout8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2.xml"/>
</Relationships>
</file>

<file path=ppt/slideLayouts/_rels/slideLayout8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3.xml"/>
</Relationships>
</file>

<file path=ppt/slideLayouts/_rels/slideLayout8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4.xml"/>
</Relationships>
</file>

<file path=ppt/slideLayouts/_rels/slideLayout8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5.xml"/>
</Relationships>
</file>

<file path=ppt/slideLayouts/_rels/slideLayout8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6.xml"/>
</Relationships>
</file>

<file path=ppt/slideLayouts/_rels/slideLayout8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7.xml"/>
</Relationships>
</file>

<file path=ppt/slideLayouts/_rels/slideLayout8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8.xml"/>
</Relationships>
</file>

<file path=ppt/slideLayouts/_rels/slideLayout8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9.xml"/>
</Relationships>
</file>

<file path=ppt/slideLayouts/_rels/slideLayout8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0.xml"/>
</Relationships>
</file>

<file path=ppt/slideLayouts/_rels/slideLayout8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1.xml"/>
</Relationships>
</file>

<file path=ppt/slideLayouts/_rels/slideLayout9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2.xml"/>
</Relationships>
</file>

<file path=ppt/slideLayouts/_rels/slideLayout9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3.xml"/>
</Relationships>
</file>

<file path=ppt/slideLayouts/_rels/slideLayout9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4.xml"/>
</Relationships>
</file>

<file path=ppt/slideLayouts/_rels/slideLayout9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5.xml"/>
</Relationships>
</file>

<file path=ppt/slideLayouts/_rels/slideLayout9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6.xml"/>
</Relationships>
</file>

<file path=ppt/slideLayouts/_rels/slideLayout9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7.xml"/>
</Relationships>
</file>

<file path=ppt/slideLayouts/_rels/slideLayout9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8.xml"/>
</Relationships>
</file>

<file path=ppt/slideLayouts/_rels/slideLayout9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9.xml"/>
</Relationships>
</file>

<file path=ppt/slideLayouts/_rels/slideLayout9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0.xml"/>
</Relationships>
</file>

<file path=ppt/slideLayouts/_rels/slideLayout9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1.xml"/>
</Relationships>
</file>

<file path=ppt/slideLayouts/_rels/slideLayout10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2.xml"/>
</Relationships>
</file>

<file path=ppt/slideLayouts/_rels/slideLayout10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3.xml"/>
</Relationships>
</file>

<file path=ppt/slideLayouts/_rels/slideLayout10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4.xml"/>
</Relationships>
</file>

<file path=ppt/slideLayouts/_rels/slideLayout10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5.xml"/>
</Relationships>
</file>

<file path=ppt/slideLayouts/_rels/slideLayout10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6.xml"/>
</Relationships>
</file>

<file path=ppt/slideLayouts/_rels/slideLayout10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7.xml"/>
</Relationships>
</file>

<file path=ppt/slideLayouts/_rels/slideLayout10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8.xml"/>
</Relationships>
</file>

<file path=ppt/slideLayouts/_rels/slideLayout10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9.xml"/>
</Relationships>
</file>

<file path=ppt/slideLayouts/_rels/slideLayout10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0.xml"/>
</Relationships>
</file>

<file path=ppt/slideLayouts/_rels/slideLayout10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1.xml"/>
</Relationships>
</file>

<file path=ppt/slideLayouts/_rels/slideLayout1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2.xml"/>
</Relationships>
</file>

<file path=ppt/slideLayouts/_rels/slideLayout1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3.xml"/>
</Relationships>
</file>

<file path=ppt/slideLayouts/_rels/slideLayout1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4.xml"/>
</Relationships>
</file>

<file path=ppt/slideLayouts/_rels/slideLayout1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5.xml"/>
</Relationships>
</file>

<file path=ppt/slideLayouts/_rels/slideLayout1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6.xml"/>
</Relationships>
</file>

<file path=ppt/slideLayouts/_rels/slideLayout1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7.xml"/>
</Relationships>
</file>

<file path=ppt/slideLayouts/_rels/slideLayout1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Varsayı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Varsayıla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Varsayıla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Varsayıl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Varsayıl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Varsayıl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Varsayıl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Varsayıl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Varsayıl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arsayıl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Varsayıl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arsayıla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arsayıla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Varsayılan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Varsayılan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Varsayılan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Varsayılan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Varsayılan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Varsayılan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Varsayılan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arsayılan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arsayılan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Varsayılan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Varsayılan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Varsayılan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Varsayılan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Varsayılan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Varsayılan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Varsayılan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arsayılan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arsayılan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Varsayılan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Varsayılan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Varsayılan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Varsayılan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Varsayılan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Varsayılan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Varsayılan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arsayılan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arsayılan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Varsayılan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Varsayılan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Varsayılan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Varsayılan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Varsayılan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Varsayılan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Varsayılan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arsayılan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arsayılan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Varsayılan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Varsayılan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Varsayılan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Varsayılan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Varsayılan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Varsayılan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Varsayılan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arsayılan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arsayılan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Varsayılan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Varsayılan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Varsayılan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Varsayılan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Varsayılan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Varsayılan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Varsayılan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arsayılan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arsayılan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Varsayılan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Varsayılan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Varsayılan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Varsayılan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Varsayılan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2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Varsayılan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PlaceHolder 3"/>
          <p:cNvSpPr>
            <a:spLocks noGrp="1"/>
          </p:cNvSpPr>
          <p:nvPr>
            <p:ph/>
          </p:nvPr>
        </p:nvSpPr>
        <p:spPr>
          <a:xfrm>
            <a:off x="504000" y="4058640"/>
            <a:ext cx="907200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Varsayılan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PlaceHolder 5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arsayılan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Varsayılan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Varsayılan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Varsayılan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arsayılan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Varsayılan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PlaceHolder 4"/>
          <p:cNvSpPr>
            <a:spLocks noGrp="1"/>
          </p:cNvSpPr>
          <p:nvPr>
            <p:ph/>
          </p:nvPr>
        </p:nvSpPr>
        <p:spPr>
          <a:xfrm>
            <a:off x="50400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Varsayılan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PlaceHolder 2"/>
          <p:cNvSpPr>
            <a:spLocks noGrp="1"/>
          </p:cNvSpPr>
          <p:nvPr>
            <p:ph/>
          </p:nvPr>
        </p:nvSpPr>
        <p:spPr>
          <a:xfrm>
            <a:off x="504000" y="1768680"/>
            <a:ext cx="442692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PlaceHolder 3"/>
          <p:cNvSpPr>
            <a:spLocks noGrp="1"/>
          </p:cNvSpPr>
          <p:nvPr>
            <p:ph/>
          </p:nvPr>
        </p:nvSpPr>
        <p:spPr>
          <a:xfrm>
            <a:off x="5152680" y="176868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PlaceHolder 4"/>
          <p:cNvSpPr>
            <a:spLocks noGrp="1"/>
          </p:cNvSpPr>
          <p:nvPr>
            <p:ph/>
          </p:nvPr>
        </p:nvSpPr>
        <p:spPr>
          <a:xfrm>
            <a:off x="5152680" y="4058640"/>
            <a:ext cx="4426920" cy="2090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26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27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8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9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30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31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32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33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34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35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36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37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8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9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40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41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42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43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44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45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46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47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8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9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50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51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52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53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54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55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56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49.xml"/><Relationship Id="rId2" Type="http://schemas.openxmlformats.org/officeDocument/2006/relationships/slideLayout" Target="../slideLayouts/slideLayout57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50.xml"/><Relationship Id="rId2" Type="http://schemas.openxmlformats.org/officeDocument/2006/relationships/slideLayout" Target="../slideLayouts/slideLayout58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51.xml"/><Relationship Id="rId2" Type="http://schemas.openxmlformats.org/officeDocument/2006/relationships/slideLayout" Target="../slideLayouts/slideLayout59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52.xml"/><Relationship Id="rId2" Type="http://schemas.openxmlformats.org/officeDocument/2006/relationships/slideLayout" Target="../slideLayouts/slideLayout60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53.xml"/><Relationship Id="rId2" Type="http://schemas.openxmlformats.org/officeDocument/2006/relationships/slideLayout" Target="../slideLayouts/slideLayout61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54.xml"/><Relationship Id="rId2" Type="http://schemas.openxmlformats.org/officeDocument/2006/relationships/slideLayout" Target="../slideLayouts/slideLayout62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55.xml"/><Relationship Id="rId2" Type="http://schemas.openxmlformats.org/officeDocument/2006/relationships/slideLayout" Target="../slideLayouts/slideLayout63.xml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56.xml"/><Relationship Id="rId2" Type="http://schemas.openxmlformats.org/officeDocument/2006/relationships/slideLayout" Target="../slideLayouts/slideLayout64.xml"/>
</Relationships>
</file>

<file path=ppt/slideMasters/_rels/slideMaster57.xml.rels><?xml version="1.0" encoding="UTF-8"?>
<Relationships xmlns="http://schemas.openxmlformats.org/package/2006/relationships"><Relationship Id="rId1" Type="http://schemas.openxmlformats.org/officeDocument/2006/relationships/theme" Target="../theme/theme57.xml"/><Relationship Id="rId2" Type="http://schemas.openxmlformats.org/officeDocument/2006/relationships/slideLayout" Target="../slideLayouts/slideLayout65.xml"/>
</Relationships>
</file>

<file path=ppt/slideMasters/_rels/slideMaster58.xml.rels><?xml version="1.0" encoding="UTF-8"?>
<Relationships xmlns="http://schemas.openxmlformats.org/package/2006/relationships"><Relationship Id="rId1" Type="http://schemas.openxmlformats.org/officeDocument/2006/relationships/theme" Target="../theme/theme58.xml"/><Relationship Id="rId2" Type="http://schemas.openxmlformats.org/officeDocument/2006/relationships/slideLayout" Target="../slideLayouts/slideLayout66.xml"/>
</Relationships>
</file>

<file path=ppt/slideMasters/_rels/slideMaster59.xml.rels><?xml version="1.0" encoding="UTF-8"?>
<Relationships xmlns="http://schemas.openxmlformats.org/package/2006/relationships"><Relationship Id="rId1" Type="http://schemas.openxmlformats.org/officeDocument/2006/relationships/theme" Target="../theme/theme59.xml"/><Relationship Id="rId2" Type="http://schemas.openxmlformats.org/officeDocument/2006/relationships/slideLayout" Target="../slideLayouts/slideLayout67.xml"/>
</Relationships>
</file>

<file path=ppt/slideMasters/_rels/slideMaster60.xml.rels><?xml version="1.0" encoding="UTF-8"?>
<Relationships xmlns="http://schemas.openxmlformats.org/package/2006/relationships"><Relationship Id="rId1" Type="http://schemas.openxmlformats.org/officeDocument/2006/relationships/theme" Target="../theme/theme60.xml"/><Relationship Id="rId2" Type="http://schemas.openxmlformats.org/officeDocument/2006/relationships/slideLayout" Target="../slideLayouts/slideLayout68.xml"/>
</Relationships>
</file>

<file path=ppt/slideMasters/_rels/slideMaster61.xml.rels><?xml version="1.0" encoding="UTF-8"?>
<Relationships xmlns="http://schemas.openxmlformats.org/package/2006/relationships"><Relationship Id="rId1" Type="http://schemas.openxmlformats.org/officeDocument/2006/relationships/theme" Target="../theme/theme61.xml"/><Relationship Id="rId2" Type="http://schemas.openxmlformats.org/officeDocument/2006/relationships/slideLayout" Target="../slideLayouts/slideLayout69.xml"/>
</Relationships>
</file>

<file path=ppt/slideMasters/_rels/slideMaster62.xml.rels><?xml version="1.0" encoding="UTF-8"?>
<Relationships xmlns="http://schemas.openxmlformats.org/package/2006/relationships"><Relationship Id="rId1" Type="http://schemas.openxmlformats.org/officeDocument/2006/relationships/theme" Target="../theme/theme62.xml"/><Relationship Id="rId2" Type="http://schemas.openxmlformats.org/officeDocument/2006/relationships/slideLayout" Target="../slideLayouts/slideLayout70.xml"/>
</Relationships>
</file>

<file path=ppt/slideMasters/_rels/slideMaster63.xml.rels><?xml version="1.0" encoding="UTF-8"?>
<Relationships xmlns="http://schemas.openxmlformats.org/package/2006/relationships"><Relationship Id="rId1" Type="http://schemas.openxmlformats.org/officeDocument/2006/relationships/theme" Target="../theme/theme63.xml"/><Relationship Id="rId2" Type="http://schemas.openxmlformats.org/officeDocument/2006/relationships/slideLayout" Target="../slideLayouts/slideLayout71.xml"/>
</Relationships>
</file>

<file path=ppt/slideMasters/_rels/slideMaster64.xml.rels><?xml version="1.0" encoding="UTF-8"?>
<Relationships xmlns="http://schemas.openxmlformats.org/package/2006/relationships"><Relationship Id="rId1" Type="http://schemas.openxmlformats.org/officeDocument/2006/relationships/theme" Target="../theme/theme64.xml"/><Relationship Id="rId2" Type="http://schemas.openxmlformats.org/officeDocument/2006/relationships/slideLayout" Target="../slideLayouts/slideLayout72.xml"/>
</Relationships>
</file>

<file path=ppt/slideMasters/_rels/slideMaster65.xml.rels><?xml version="1.0" encoding="UTF-8"?>
<Relationships xmlns="http://schemas.openxmlformats.org/package/2006/relationships"><Relationship Id="rId1" Type="http://schemas.openxmlformats.org/officeDocument/2006/relationships/theme" Target="../theme/theme65.xml"/><Relationship Id="rId2" Type="http://schemas.openxmlformats.org/officeDocument/2006/relationships/slideLayout" Target="../slideLayouts/slideLayout73.xml"/>
</Relationships>
</file>

<file path=ppt/slideMasters/_rels/slideMaster66.xml.rels><?xml version="1.0" encoding="UTF-8"?>
<Relationships xmlns="http://schemas.openxmlformats.org/package/2006/relationships"><Relationship Id="rId1" Type="http://schemas.openxmlformats.org/officeDocument/2006/relationships/theme" Target="../theme/theme66.xml"/><Relationship Id="rId2" Type="http://schemas.openxmlformats.org/officeDocument/2006/relationships/slideLayout" Target="../slideLayouts/slideLayout74.xml"/>
</Relationships>
</file>

<file path=ppt/slideMasters/_rels/slideMaster67.xml.rels><?xml version="1.0" encoding="UTF-8"?>
<Relationships xmlns="http://schemas.openxmlformats.org/package/2006/relationships"><Relationship Id="rId1" Type="http://schemas.openxmlformats.org/officeDocument/2006/relationships/theme" Target="../theme/theme67.xml"/><Relationship Id="rId2" Type="http://schemas.openxmlformats.org/officeDocument/2006/relationships/slideLayout" Target="../slideLayouts/slideLayout75.xml"/>
</Relationships>
</file>

<file path=ppt/slideMasters/_rels/slideMaster68.xml.rels><?xml version="1.0" encoding="UTF-8"?>
<Relationships xmlns="http://schemas.openxmlformats.org/package/2006/relationships"><Relationship Id="rId1" Type="http://schemas.openxmlformats.org/officeDocument/2006/relationships/theme" Target="../theme/theme68.xml"/><Relationship Id="rId2" Type="http://schemas.openxmlformats.org/officeDocument/2006/relationships/slideLayout" Target="../slideLayouts/slideLayout76.xml"/>
</Relationships>
</file>

<file path=ppt/slideMasters/_rels/slideMaster69.xml.rels><?xml version="1.0" encoding="UTF-8"?>
<Relationships xmlns="http://schemas.openxmlformats.org/package/2006/relationships"><Relationship Id="rId1" Type="http://schemas.openxmlformats.org/officeDocument/2006/relationships/theme" Target="../theme/theme69.xml"/><Relationship Id="rId2" Type="http://schemas.openxmlformats.org/officeDocument/2006/relationships/slideLayout" Target="../slideLayouts/slideLayout77.xml"/>
</Relationships>
</file>

<file path=ppt/slideMasters/_rels/slideMaster70.xml.rels><?xml version="1.0" encoding="UTF-8"?>
<Relationships xmlns="http://schemas.openxmlformats.org/package/2006/relationships"><Relationship Id="rId1" Type="http://schemas.openxmlformats.org/officeDocument/2006/relationships/theme" Target="../theme/theme70.xml"/><Relationship Id="rId2" Type="http://schemas.openxmlformats.org/officeDocument/2006/relationships/slideLayout" Target="../slideLayouts/slideLayout78.xml"/>
</Relationships>
</file>

<file path=ppt/slideMasters/_rels/slideMaster71.xml.rels><?xml version="1.0" encoding="UTF-8"?>
<Relationships xmlns="http://schemas.openxmlformats.org/package/2006/relationships"><Relationship Id="rId1" Type="http://schemas.openxmlformats.org/officeDocument/2006/relationships/theme" Target="../theme/theme71.xml"/><Relationship Id="rId2" Type="http://schemas.openxmlformats.org/officeDocument/2006/relationships/slideLayout" Target="../slideLayouts/slideLayout79.xml"/>
</Relationships>
</file>

<file path=ppt/slideMasters/_rels/slideMaster72.xml.rels><?xml version="1.0" encoding="UTF-8"?>
<Relationships xmlns="http://schemas.openxmlformats.org/package/2006/relationships"><Relationship Id="rId1" Type="http://schemas.openxmlformats.org/officeDocument/2006/relationships/theme" Target="../theme/theme72.xml"/><Relationship Id="rId2" Type="http://schemas.openxmlformats.org/officeDocument/2006/relationships/slideLayout" Target="../slideLayouts/slideLayout80.xml"/>
</Relationships>
</file>

<file path=ppt/slideMasters/_rels/slideMaster73.xml.rels><?xml version="1.0" encoding="UTF-8"?>
<Relationships xmlns="http://schemas.openxmlformats.org/package/2006/relationships"><Relationship Id="rId1" Type="http://schemas.openxmlformats.org/officeDocument/2006/relationships/theme" Target="../theme/theme73.xml"/><Relationship Id="rId2" Type="http://schemas.openxmlformats.org/officeDocument/2006/relationships/slideLayout" Target="../slideLayouts/slideLayout81.xml"/>
</Relationships>
</file>

<file path=ppt/slideMasters/_rels/slideMaster74.xml.rels><?xml version="1.0" encoding="UTF-8"?>
<Relationships xmlns="http://schemas.openxmlformats.org/package/2006/relationships"><Relationship Id="rId1" Type="http://schemas.openxmlformats.org/officeDocument/2006/relationships/theme" Target="../theme/theme74.xml"/><Relationship Id="rId2" Type="http://schemas.openxmlformats.org/officeDocument/2006/relationships/slideLayout" Target="../slideLayouts/slideLayout82.xml"/>
</Relationships>
</file>

<file path=ppt/slideMasters/_rels/slideMaster75.xml.rels><?xml version="1.0" encoding="UTF-8"?>
<Relationships xmlns="http://schemas.openxmlformats.org/package/2006/relationships"><Relationship Id="rId1" Type="http://schemas.openxmlformats.org/officeDocument/2006/relationships/theme" Target="../theme/theme75.xml"/><Relationship Id="rId2" Type="http://schemas.openxmlformats.org/officeDocument/2006/relationships/slideLayout" Target="../slideLayouts/slideLayout83.xml"/>
</Relationships>
</file>

<file path=ppt/slideMasters/_rels/slideMaster76.xml.rels><?xml version="1.0" encoding="UTF-8"?>
<Relationships xmlns="http://schemas.openxmlformats.org/package/2006/relationships"><Relationship Id="rId1" Type="http://schemas.openxmlformats.org/officeDocument/2006/relationships/theme" Target="../theme/theme76.xml"/><Relationship Id="rId2" Type="http://schemas.openxmlformats.org/officeDocument/2006/relationships/slideLayout" Target="../slideLayouts/slideLayout84.xml"/>
</Relationships>
</file>

<file path=ppt/slideMasters/_rels/slideMaster77.xml.rels><?xml version="1.0" encoding="UTF-8"?>
<Relationships xmlns="http://schemas.openxmlformats.org/package/2006/relationships"><Relationship Id="rId1" Type="http://schemas.openxmlformats.org/officeDocument/2006/relationships/theme" Target="../theme/theme77.xml"/><Relationship Id="rId2" Type="http://schemas.openxmlformats.org/officeDocument/2006/relationships/slideLayout" Target="../slideLayouts/slideLayout85.xml"/>
</Relationships>
</file>

<file path=ppt/slideMasters/_rels/slideMaster78.xml.rels><?xml version="1.0" encoding="UTF-8"?>
<Relationships xmlns="http://schemas.openxmlformats.org/package/2006/relationships"><Relationship Id="rId1" Type="http://schemas.openxmlformats.org/officeDocument/2006/relationships/theme" Target="../theme/theme78.xml"/><Relationship Id="rId2" Type="http://schemas.openxmlformats.org/officeDocument/2006/relationships/slideLayout" Target="../slideLayouts/slideLayout86.xml"/>
</Relationships>
</file>

<file path=ppt/slideMasters/_rels/slideMaster79.xml.rels><?xml version="1.0" encoding="UTF-8"?>
<Relationships xmlns="http://schemas.openxmlformats.org/package/2006/relationships"><Relationship Id="rId1" Type="http://schemas.openxmlformats.org/officeDocument/2006/relationships/theme" Target="../theme/theme79.xml"/><Relationship Id="rId2" Type="http://schemas.openxmlformats.org/officeDocument/2006/relationships/slideLayout" Target="../slideLayouts/slideLayout87.xml"/>
</Relationships>
</file>

<file path=ppt/slideMasters/_rels/slideMaster80.xml.rels><?xml version="1.0" encoding="UTF-8"?>
<Relationships xmlns="http://schemas.openxmlformats.org/package/2006/relationships"><Relationship Id="rId1" Type="http://schemas.openxmlformats.org/officeDocument/2006/relationships/theme" Target="../theme/theme80.xml"/><Relationship Id="rId2" Type="http://schemas.openxmlformats.org/officeDocument/2006/relationships/slideLayout" Target="../slideLayouts/slideLayout88.xml"/>
</Relationships>
</file>

<file path=ppt/slideMasters/_rels/slideMaster81.xml.rels><?xml version="1.0" encoding="UTF-8"?>
<Relationships xmlns="http://schemas.openxmlformats.org/package/2006/relationships"><Relationship Id="rId1" Type="http://schemas.openxmlformats.org/officeDocument/2006/relationships/theme" Target="../theme/theme81.xml"/><Relationship Id="rId2" Type="http://schemas.openxmlformats.org/officeDocument/2006/relationships/slideLayout" Target="../slideLayouts/slideLayout89.xml"/>
</Relationships>
</file>

<file path=ppt/slideMasters/_rels/slideMaster82.xml.rels><?xml version="1.0" encoding="UTF-8"?>
<Relationships xmlns="http://schemas.openxmlformats.org/package/2006/relationships"><Relationship Id="rId1" Type="http://schemas.openxmlformats.org/officeDocument/2006/relationships/theme" Target="../theme/theme82.xml"/><Relationship Id="rId2" Type="http://schemas.openxmlformats.org/officeDocument/2006/relationships/slideLayout" Target="../slideLayouts/slideLayout90.xml"/>
</Relationships>
</file>

<file path=ppt/slideMasters/_rels/slideMaster83.xml.rels><?xml version="1.0" encoding="UTF-8"?>
<Relationships xmlns="http://schemas.openxmlformats.org/package/2006/relationships"><Relationship Id="rId1" Type="http://schemas.openxmlformats.org/officeDocument/2006/relationships/theme" Target="../theme/theme83.xml"/><Relationship Id="rId2" Type="http://schemas.openxmlformats.org/officeDocument/2006/relationships/slideLayout" Target="../slideLayouts/slideLayout91.xml"/>
</Relationships>
</file>

<file path=ppt/slideMasters/_rels/slideMaster84.xml.rels><?xml version="1.0" encoding="UTF-8"?>
<Relationships xmlns="http://schemas.openxmlformats.org/package/2006/relationships"><Relationship Id="rId1" Type="http://schemas.openxmlformats.org/officeDocument/2006/relationships/theme" Target="../theme/theme84.xml"/><Relationship Id="rId2" Type="http://schemas.openxmlformats.org/officeDocument/2006/relationships/slideLayout" Target="../slideLayouts/slideLayout92.xml"/>
</Relationships>
</file>

<file path=ppt/slideMasters/_rels/slideMaster85.xml.rels><?xml version="1.0" encoding="UTF-8"?>
<Relationships xmlns="http://schemas.openxmlformats.org/package/2006/relationships"><Relationship Id="rId1" Type="http://schemas.openxmlformats.org/officeDocument/2006/relationships/theme" Target="../theme/theme85.xml"/><Relationship Id="rId2" Type="http://schemas.openxmlformats.org/officeDocument/2006/relationships/slideLayout" Target="../slideLayouts/slideLayout93.xml"/>
</Relationships>
</file>

<file path=ppt/slideMasters/_rels/slideMaster86.xml.rels><?xml version="1.0" encoding="UTF-8"?>
<Relationships xmlns="http://schemas.openxmlformats.org/package/2006/relationships"><Relationship Id="rId1" Type="http://schemas.openxmlformats.org/officeDocument/2006/relationships/theme" Target="../theme/theme86.xml"/><Relationship Id="rId2" Type="http://schemas.openxmlformats.org/officeDocument/2006/relationships/slideLayout" Target="../slideLayouts/slideLayout94.xml"/>
</Relationships>
</file>

<file path=ppt/slideMasters/_rels/slideMaster87.xml.rels><?xml version="1.0" encoding="UTF-8"?>
<Relationships xmlns="http://schemas.openxmlformats.org/package/2006/relationships"><Relationship Id="rId1" Type="http://schemas.openxmlformats.org/officeDocument/2006/relationships/theme" Target="../theme/theme87.xml"/><Relationship Id="rId2" Type="http://schemas.openxmlformats.org/officeDocument/2006/relationships/slideLayout" Target="../slideLayouts/slideLayout95.xml"/>
</Relationships>
</file>

<file path=ppt/slideMasters/_rels/slideMaster88.xml.rels><?xml version="1.0" encoding="UTF-8"?>
<Relationships xmlns="http://schemas.openxmlformats.org/package/2006/relationships"><Relationship Id="rId1" Type="http://schemas.openxmlformats.org/officeDocument/2006/relationships/theme" Target="../theme/theme88.xml"/><Relationship Id="rId2" Type="http://schemas.openxmlformats.org/officeDocument/2006/relationships/slideLayout" Target="../slideLayouts/slideLayout96.xml"/>
</Relationships>
</file>

<file path=ppt/slideMasters/_rels/slideMaster89.xml.rels><?xml version="1.0" encoding="UTF-8"?>
<Relationships xmlns="http://schemas.openxmlformats.org/package/2006/relationships"><Relationship Id="rId1" Type="http://schemas.openxmlformats.org/officeDocument/2006/relationships/theme" Target="../theme/theme89.xml"/><Relationship Id="rId2" Type="http://schemas.openxmlformats.org/officeDocument/2006/relationships/slideLayout" Target="../slideLayouts/slideLayout97.xml"/>
</Relationships>
</file>

<file path=ppt/slideMasters/_rels/slideMaster90.xml.rels><?xml version="1.0" encoding="UTF-8"?>
<Relationships xmlns="http://schemas.openxmlformats.org/package/2006/relationships"><Relationship Id="rId1" Type="http://schemas.openxmlformats.org/officeDocument/2006/relationships/theme" Target="../theme/theme90.xml"/><Relationship Id="rId2" Type="http://schemas.openxmlformats.org/officeDocument/2006/relationships/slideLayout" Target="../slideLayouts/slideLayout98.xml"/>
</Relationships>
</file>

<file path=ppt/slideMasters/_rels/slideMaster91.xml.rels><?xml version="1.0" encoding="UTF-8"?>
<Relationships xmlns="http://schemas.openxmlformats.org/package/2006/relationships"><Relationship Id="rId1" Type="http://schemas.openxmlformats.org/officeDocument/2006/relationships/theme" Target="../theme/theme91.xml"/><Relationship Id="rId2" Type="http://schemas.openxmlformats.org/officeDocument/2006/relationships/slideLayout" Target="../slideLayouts/slideLayout99.xml"/>
</Relationships>
</file>

<file path=ppt/slideMasters/_rels/slideMaster92.xml.rels><?xml version="1.0" encoding="UTF-8"?>
<Relationships xmlns="http://schemas.openxmlformats.org/package/2006/relationships"><Relationship Id="rId1" Type="http://schemas.openxmlformats.org/officeDocument/2006/relationships/theme" Target="../theme/theme92.xml"/><Relationship Id="rId2" Type="http://schemas.openxmlformats.org/officeDocument/2006/relationships/slideLayout" Target="../slideLayouts/slideLayout100.xml"/>
</Relationships>
</file>

<file path=ppt/slideMasters/_rels/slideMaster93.xml.rels><?xml version="1.0" encoding="UTF-8"?>
<Relationships xmlns="http://schemas.openxmlformats.org/package/2006/relationships"><Relationship Id="rId1" Type="http://schemas.openxmlformats.org/officeDocument/2006/relationships/theme" Target="../theme/theme93.xml"/><Relationship Id="rId2" Type="http://schemas.openxmlformats.org/officeDocument/2006/relationships/slideLayout" Target="../slideLayouts/slideLayout101.xml"/>
</Relationships>
</file>

<file path=ppt/slideMasters/_rels/slideMaster94.xml.rels><?xml version="1.0" encoding="UTF-8"?>
<Relationships xmlns="http://schemas.openxmlformats.org/package/2006/relationships"><Relationship Id="rId1" Type="http://schemas.openxmlformats.org/officeDocument/2006/relationships/theme" Target="../theme/theme94.xml"/><Relationship Id="rId2" Type="http://schemas.openxmlformats.org/officeDocument/2006/relationships/slideLayout" Target="../slideLayouts/slideLayout102.xml"/>
</Relationships>
</file>

<file path=ppt/slideMasters/_rels/slideMaster95.xml.rels><?xml version="1.0" encoding="UTF-8"?>
<Relationships xmlns="http://schemas.openxmlformats.org/package/2006/relationships"><Relationship Id="rId1" Type="http://schemas.openxmlformats.org/officeDocument/2006/relationships/theme" Target="../theme/theme95.xml"/><Relationship Id="rId2" Type="http://schemas.openxmlformats.org/officeDocument/2006/relationships/slideLayout" Target="../slideLayouts/slideLayout103.xml"/>
</Relationships>
</file>

<file path=ppt/slideMasters/_rels/slideMaster96.xml.rels><?xml version="1.0" encoding="UTF-8"?>
<Relationships xmlns="http://schemas.openxmlformats.org/package/2006/relationships"><Relationship Id="rId1" Type="http://schemas.openxmlformats.org/officeDocument/2006/relationships/theme" Target="../theme/theme96.xml"/><Relationship Id="rId2" Type="http://schemas.openxmlformats.org/officeDocument/2006/relationships/slideLayout" Target="../slideLayouts/slideLayout104.xml"/>
</Relationships>
</file>

<file path=ppt/slideMasters/_rels/slideMaster97.xml.rels><?xml version="1.0" encoding="UTF-8"?>
<Relationships xmlns="http://schemas.openxmlformats.org/package/2006/relationships"><Relationship Id="rId1" Type="http://schemas.openxmlformats.org/officeDocument/2006/relationships/theme" Target="../theme/theme97.xml"/><Relationship Id="rId2" Type="http://schemas.openxmlformats.org/officeDocument/2006/relationships/slideLayout" Target="../slideLayouts/slideLayout105.xml"/>
</Relationships>
</file>

<file path=ppt/slideMasters/_rels/slideMaster98.xml.rels><?xml version="1.0" encoding="UTF-8"?>
<Relationships xmlns="http://schemas.openxmlformats.org/package/2006/relationships"><Relationship Id="rId1" Type="http://schemas.openxmlformats.org/officeDocument/2006/relationships/theme" Target="../theme/theme98.xml"/><Relationship Id="rId2" Type="http://schemas.openxmlformats.org/officeDocument/2006/relationships/slideLayout" Target="../slideLayouts/slideLayout106.xml"/>
</Relationships>
</file>

<file path=ppt/slideMasters/_rels/slideMaster99.xml.rels><?xml version="1.0" encoding="UTF-8"?>
<Relationships xmlns="http://schemas.openxmlformats.org/package/2006/relationships"><Relationship Id="rId1" Type="http://schemas.openxmlformats.org/officeDocument/2006/relationships/theme" Target="../theme/theme99.xml"/><Relationship Id="rId2" Type="http://schemas.openxmlformats.org/officeDocument/2006/relationships/slideLayout" Target="../slideLayouts/slideLayout107.xml"/>
</Relationships>
</file>

<file path=ppt/slideMasters/_rels/slideMaster100.xml.rels><?xml version="1.0" encoding="UTF-8"?>
<Relationships xmlns="http://schemas.openxmlformats.org/package/2006/relationships"><Relationship Id="rId1" Type="http://schemas.openxmlformats.org/officeDocument/2006/relationships/theme" Target="../theme/theme100.xml"/><Relationship Id="rId2" Type="http://schemas.openxmlformats.org/officeDocument/2006/relationships/slideLayout" Target="../slideLayouts/slideLayout108.xml"/>
</Relationships>
</file>

<file path=ppt/slideMasters/_rels/slideMaster101.xml.rels><?xml version="1.0" encoding="UTF-8"?>
<Relationships xmlns="http://schemas.openxmlformats.org/package/2006/relationships"><Relationship Id="rId1" Type="http://schemas.openxmlformats.org/officeDocument/2006/relationships/theme" Target="../theme/theme101.xml"/><Relationship Id="rId2" Type="http://schemas.openxmlformats.org/officeDocument/2006/relationships/slideLayout" Target="../slideLayouts/slideLayout109.xml"/>
</Relationships>
</file>

<file path=ppt/slideMasters/_rels/slideMaster102.xml.rels><?xml version="1.0" encoding="UTF-8"?>
<Relationships xmlns="http://schemas.openxmlformats.org/package/2006/relationships"><Relationship Id="rId1" Type="http://schemas.openxmlformats.org/officeDocument/2006/relationships/theme" Target="../theme/theme102.xml"/><Relationship Id="rId2" Type="http://schemas.openxmlformats.org/officeDocument/2006/relationships/slideLayout" Target="../slideLayouts/slideLayout110.xml"/>
</Relationships>
</file>

<file path=ppt/slideMasters/_rels/slideMaster103.xml.rels><?xml version="1.0" encoding="UTF-8"?>
<Relationships xmlns="http://schemas.openxmlformats.org/package/2006/relationships"><Relationship Id="rId1" Type="http://schemas.openxmlformats.org/officeDocument/2006/relationships/theme" Target="../theme/theme103.xml"/><Relationship Id="rId2" Type="http://schemas.openxmlformats.org/officeDocument/2006/relationships/slideLayout" Target="../slideLayouts/slideLayout111.xml"/>
</Relationships>
</file>

<file path=ppt/slideMasters/_rels/slideMaster104.xml.rels><?xml version="1.0" encoding="UTF-8"?>
<Relationships xmlns="http://schemas.openxmlformats.org/package/2006/relationships"><Relationship Id="rId1" Type="http://schemas.openxmlformats.org/officeDocument/2006/relationships/theme" Target="../theme/theme104.xml"/><Relationship Id="rId2" Type="http://schemas.openxmlformats.org/officeDocument/2006/relationships/slideLayout" Target="../slideLayouts/slideLayout112.xml"/>
</Relationships>
</file>

<file path=ppt/slideMasters/_rels/slideMaster105.xml.rels><?xml version="1.0" encoding="UTF-8"?>
<Relationships xmlns="http://schemas.openxmlformats.org/package/2006/relationships"><Relationship Id="rId1" Type="http://schemas.openxmlformats.org/officeDocument/2006/relationships/theme" Target="../theme/theme105.xml"/><Relationship Id="rId2" Type="http://schemas.openxmlformats.org/officeDocument/2006/relationships/slideLayout" Target="../slideLayouts/slideLayout113.xml"/>
</Relationships>
</file>

<file path=ppt/slideMasters/_rels/slideMaster106.xml.rels><?xml version="1.0" encoding="UTF-8"?>
<Relationships xmlns="http://schemas.openxmlformats.org/package/2006/relationships"><Relationship Id="rId1" Type="http://schemas.openxmlformats.org/officeDocument/2006/relationships/theme" Target="../theme/theme106.xml"/><Relationship Id="rId2" Type="http://schemas.openxmlformats.org/officeDocument/2006/relationships/slideLayout" Target="../slideLayouts/slideLayout114.xml"/>
</Relationships>
</file>

<file path=ppt/slideMasters/_rels/slideMaster107.xml.rels><?xml version="1.0" encoding="UTF-8"?>
<Relationships xmlns="http://schemas.openxmlformats.org/package/2006/relationships"><Relationship Id="rId1" Type="http://schemas.openxmlformats.org/officeDocument/2006/relationships/theme" Target="../theme/theme107.xml"/><Relationship Id="rId2" Type="http://schemas.openxmlformats.org/officeDocument/2006/relationships/slideLayout" Target="../slideLayouts/slideLayout115.xml"/>
</Relationships>
</file>

<file path=ppt/slideMasters/_rels/slideMaster108.xml.rels><?xml version="1.0" encoding="UTF-8"?>
<Relationships xmlns="http://schemas.openxmlformats.org/package/2006/relationships"><Relationship Id="rId1" Type="http://schemas.openxmlformats.org/officeDocument/2006/relationships/theme" Target="../theme/theme108.xml"/><Relationship Id="rId2" Type="http://schemas.openxmlformats.org/officeDocument/2006/relationships/slideLayout" Target="../slideLayouts/slideLayout1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3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9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7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2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4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4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4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4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2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4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6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6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2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8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6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0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2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2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2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9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2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0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2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4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8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4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0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8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2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4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4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4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4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2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4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6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0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6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2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0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4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6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6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6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2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6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2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4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2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6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2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8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2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2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2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8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2"/>
  </p:sldLayoutIdLst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4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0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2"/>
  </p:sldLayoutIdLst>
</p:sldMaster>
</file>

<file path=ppt/slideMasters/slideMaster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2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2"/>
  </p:sldLayoutIdLst>
</p:sldMaster>
</file>

<file path=ppt/slideMasters/slideMaster5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6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2"/>
  </p:sldLayoutIdLst>
</p:sldMaster>
</file>

<file path=ppt/slideMasters/slideMaster5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8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3" r:id="rId2"/>
  </p:sldLayoutIdLst>
</p:sldMaster>
</file>

<file path=ppt/slideMasters/slideMaster6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8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2"/>
  </p:sldLayoutIdLst>
</p:sldMaster>
</file>

<file path=ppt/slideMasters/slideMaster6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38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3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2"/>
  </p:sldLayoutIdLst>
</p:sldMaster>
</file>

<file path=ppt/slideMasters/slideMaster6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48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4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2"/>
  </p:sldLayoutIdLst>
</p:sldMaster>
</file>

<file path=ppt/slideMasters/slideMaster6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56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1" r:id="rId2"/>
  </p:sldLayoutIdLst>
</p:sldMaster>
</file>

<file path=ppt/slideMasters/slideMaster6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8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3" r:id="rId2"/>
  </p:sldLayoutIdLst>
</p:sldMaster>
</file>

<file path=ppt/slideMasters/slideMaster6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0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5" r:id="rId2"/>
  </p:sldLayoutIdLst>
</p:sldMaster>
</file>

<file path=ppt/slideMasters/slideMaster6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4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2"/>
  </p:sldLayoutIdLst>
</p:sldMaster>
</file>

<file path=ppt/slideMasters/slideMaster6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80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89" r:id="rId2"/>
  </p:sldLayoutIdLst>
</p:sldMaster>
</file>

<file path=ppt/slideMasters/slideMaster6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86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8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2"/>
  </p:sldLayoutIdLst>
</p:sldMaster>
</file>

<file path=ppt/slideMasters/slideMaster6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94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9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2"/>
  </p:sldLayoutIdLst>
</p:sldMaster>
</file>

<file path=ppt/slideMasters/slideMaster7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98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5" r:id="rId2"/>
  </p:sldLayoutIdLst>
</p:sldMaster>
</file>

<file path=ppt/slideMasters/slideMaster7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00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7" r:id="rId2"/>
  </p:sldLayoutIdLst>
</p:sldMaster>
</file>

<file path=ppt/slideMasters/slideMaster7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10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1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2"/>
  </p:sldLayoutIdLst>
</p:sldMaster>
</file>

<file path=ppt/slideMasters/slideMaster7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20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2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2"/>
  </p:sldLayoutIdLst>
</p:sldMaster>
</file>

<file path=ppt/slideMasters/slideMaster7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30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3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2"/>
  </p:sldLayoutIdLst>
</p:sldMaster>
</file>

<file path=ppt/slideMasters/slideMaster7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38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3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2"/>
  </p:sldLayoutIdLst>
</p:sldMaster>
</file>

<file path=ppt/slideMasters/slideMaster7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50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7" r:id="rId2"/>
  </p:sldLayoutIdLst>
</p:sldMaster>
</file>

<file path=ppt/slideMasters/slideMaster7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52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5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2"/>
  </p:sldLayoutIdLst>
</p:sldMaster>
</file>

<file path=ppt/slideMasters/slideMaster7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56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5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1" r:id="rId2"/>
  </p:sldLayoutIdLst>
</p:sldMaster>
</file>

<file path=ppt/slideMasters/slideMaster7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62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6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3" r:id="rId2"/>
  </p:sldLayoutIdLst>
</p:sldMaster>
</file>

<file path=ppt/slideMasters/slideMaster8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68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6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2"/>
  </p:sldLayoutIdLst>
</p:sldMaster>
</file>

<file path=ppt/slideMasters/slideMaster8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76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7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2"/>
  </p:sldLayoutIdLst>
</p:sldMaster>
</file>

<file path=ppt/slideMasters/slideMaster8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80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9" r:id="rId2"/>
  </p:sldLayoutIdLst>
</p:sldMaster>
</file>

<file path=ppt/slideMasters/slideMaster8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82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8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2"/>
  </p:sldLayoutIdLst>
</p:sldMaster>
</file>

<file path=ppt/slideMasters/slideMaster8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92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9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3" r:id="rId2"/>
  </p:sldLayoutIdLst>
</p:sldMaster>
</file>

<file path=ppt/slideMasters/slideMaster8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02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0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5" r:id="rId2"/>
  </p:sldLayoutIdLst>
</p:sldMaster>
</file>

<file path=ppt/slideMasters/slideMaster8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12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1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7" r:id="rId2"/>
  </p:sldLayoutIdLst>
</p:sldMaster>
</file>

<file path=ppt/slideMasters/slideMaster8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20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2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2"/>
  </p:sldLayoutIdLst>
</p:sldMaster>
</file>

<file path=ppt/slideMasters/slideMaster8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32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1" r:id="rId2"/>
  </p:sldLayoutIdLst>
</p:sldMaster>
</file>

<file path=ppt/slideMasters/slideMaster8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34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3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3" r:id="rId2"/>
  </p:sldLayoutIdLst>
</p:sldMaster>
</file>

<file path=ppt/slideMasters/slideMaster9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38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3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5" r:id="rId2"/>
  </p:sldLayoutIdLst>
</p:sldMaster>
</file>

<file path=ppt/slideMasters/slideMaster9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44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4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7" r:id="rId2"/>
  </p:sldLayoutIdLst>
</p:sldMaster>
</file>

<file path=ppt/slideMasters/slideMaster9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50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5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2"/>
  </p:sldLayoutIdLst>
</p:sldMaster>
</file>

<file path=ppt/slideMasters/slideMaster9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58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59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2"/>
  </p:sldLayoutIdLst>
</p:sldMaster>
</file>

<file path=ppt/slideMasters/slideMaster9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62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3" r:id="rId2"/>
  </p:sldLayoutIdLst>
</p:sldMaster>
</file>

<file path=ppt/slideMasters/slideMaster9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64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6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5" r:id="rId2"/>
  </p:sldLayoutIdLst>
</p:sldMaster>
</file>

<file path=ppt/slideMasters/slideMaster9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74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7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7" r:id="rId2"/>
  </p:sldLayoutIdLst>
</p:sldMaster>
</file>

<file path=ppt/slideMasters/slideMaster9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84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8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9" r:id="rId2"/>
  </p:sldLayoutIdLst>
</p:sldMaster>
</file>

<file path=ppt/slideMasters/slideMaster9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94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69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PlaceHolder 3"/>
          <p:cNvSpPr>
            <a:spLocks noGrp="1"/>
          </p:cNvSpPr>
          <p:nvPr>
            <p:ph type="body"/>
          </p:nvPr>
        </p:nvSpPr>
        <p:spPr>
          <a:xfrm>
            <a:off x="504000" y="4058640"/>
            <a:ext cx="907164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1" r:id="rId2"/>
  </p:sldLayoutIdLst>
</p:sldMaster>
</file>

<file path=ppt/slideMasters/slideMaster9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02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0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PlaceHolder 5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2"/>
  </p:sldLayoutIdLst>
</p:sldMaster>
</file>

<file path=ppt/slideMasters/slideMaster10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14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2"/>
  </p:sldLayoutIdLst>
</p:sldMaster>
</file>

<file path=ppt/slideMasters/slideMaster10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16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1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2000" cy="126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2000" cy="438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2"/>
  </p:sldLayoutIdLst>
</p:sldMaster>
</file>

<file path=ppt/slideMasters/slideMaster10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20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2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9" r:id="rId2"/>
  </p:sldLayoutIdLst>
</p:sldMaster>
</file>

<file path=ppt/slideMasters/slideMaster10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26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2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907164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1" r:id="rId2"/>
  </p:sldLayoutIdLst>
</p:sldMaster>
</file>

<file path=ppt/slideMasters/slideMaster10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32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33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3" r:id="rId2"/>
  </p:sldLayoutIdLst>
</p:sldMaster>
</file>

<file path=ppt/slideMasters/slideMaster10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40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41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5" r:id="rId2"/>
  </p:sldLayoutIdLst>
</p:sldMaster>
</file>

<file path=ppt/slideMasters/slideMaster10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44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2"/>
  </p:sldLayoutIdLst>
</p:sldMaster>
</file>

<file path=ppt/slideMasters/slideMaster10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46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4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PlaceHolder 4"/>
          <p:cNvSpPr>
            <a:spLocks noGrp="1"/>
          </p:cNvSpPr>
          <p:nvPr>
            <p:ph type="body"/>
          </p:nvPr>
        </p:nvSpPr>
        <p:spPr>
          <a:xfrm>
            <a:off x="50400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2"/>
  </p:sldLayoutIdLst>
</p:sldMaster>
</file>

<file path=ppt/slideMasters/slideMaster10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CustomShape 1"/>
          <p:cNvSpPr/>
          <p:nvPr/>
        </p:nvSpPr>
        <p:spPr>
          <a:xfrm>
            <a:off x="0" y="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56" name="CustomShape 2"/>
          <p:cNvSpPr/>
          <p:nvPr/>
        </p:nvSpPr>
        <p:spPr>
          <a:xfrm>
            <a:off x="0" y="6620400"/>
            <a:ext cx="10064880" cy="929880"/>
          </a:xfrm>
          <a:prstGeom prst="rect">
            <a:avLst/>
          </a:prstGeom>
          <a:gradFill rotWithShape="0">
            <a:gsLst>
              <a:gs pos="0">
                <a:srgbClr val="dff2fc"/>
              </a:gs>
              <a:gs pos="100000">
                <a:srgbClr val="009bdd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5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1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PlaceHolder 2"/>
          <p:cNvSpPr>
            <a:spLocks noGrp="1"/>
          </p:cNvSpPr>
          <p:nvPr>
            <p:ph type="body"/>
          </p:nvPr>
        </p:nvSpPr>
        <p:spPr>
          <a:xfrm>
            <a:off x="504000" y="1768680"/>
            <a:ext cx="4426560" cy="438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PlaceHolder 3"/>
          <p:cNvSpPr>
            <a:spLocks noGrp="1"/>
          </p:cNvSpPr>
          <p:nvPr>
            <p:ph type="body"/>
          </p:nvPr>
        </p:nvSpPr>
        <p:spPr>
          <a:xfrm>
            <a:off x="5152680" y="176868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PlaceHolder 4"/>
          <p:cNvSpPr>
            <a:spLocks noGrp="1"/>
          </p:cNvSpPr>
          <p:nvPr>
            <p:ph type="body"/>
          </p:nvPr>
        </p:nvSpPr>
        <p:spPr>
          <a:xfrm>
            <a:off x="5152680" y="4058640"/>
            <a:ext cx="4426560" cy="209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slideLayout" Target="../slideLayouts/slideLayout6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2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7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7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8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9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0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9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2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CustomShape 1"/>
          <p:cNvSpPr/>
          <p:nvPr/>
        </p:nvSpPr>
        <p:spPr>
          <a:xfrm>
            <a:off x="987480" y="1828800"/>
            <a:ext cx="8145360" cy="437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1" u="none" strike="noStrike">
                <a:solidFill>
                  <a:srgbClr val="006699"/>
                </a:solidFill>
                <a:effectLst/>
                <a:uFillTx/>
                <a:latin typeface="Arial"/>
                <a:ea typeface="DejaVu Sans"/>
              </a:rPr>
              <a:t>SWE 304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4400" b="1" u="none" strike="noStrike">
                <a:solidFill>
                  <a:srgbClr val="5983b0"/>
                </a:solidFill>
                <a:effectLst/>
                <a:uFillTx/>
                <a:latin typeface="Arial"/>
                <a:ea typeface="DejaVu Sans"/>
              </a:rPr>
              <a:t>Development and Operations</a:t>
            </a:r>
            <a:br>
              <a:rPr sz="1800"/>
            </a:br>
            <a:r>
              <a:rPr lang="en-US" sz="4400" b="1" u="none" strike="noStrike">
                <a:solidFill>
                  <a:srgbClr val="5983b0"/>
                </a:solidFill>
                <a:effectLst/>
                <a:uFillTx/>
                <a:latin typeface="Arial"/>
                <a:ea typeface="DejaVu Sans"/>
              </a:rPr>
              <a:t>DevOps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3600" b="1" u="none" strike="noStrike">
                <a:solidFill>
                  <a:srgbClr val="006699"/>
                </a:solidFill>
                <a:effectLst/>
                <a:uFillTx/>
                <a:latin typeface="Arial"/>
                <a:ea typeface="DejaVu Sans"/>
              </a:rPr>
              <a:t>Week – 12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355269"/>
                </a:solidFill>
                <a:effectLst/>
                <a:uFillTx/>
                <a:latin typeface="Arial"/>
                <a:ea typeface="DejaVu Sans"/>
              </a:rPr>
              <a:t>Kubernetes -Intro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3200" b="1" u="none" strike="noStrike">
                <a:solidFill>
                  <a:srgbClr val="006699"/>
                </a:solidFill>
                <a:effectLst/>
                <a:uFillTx/>
                <a:latin typeface="Arial"/>
                <a:ea typeface="DejaVu Sans"/>
              </a:rPr>
              <a:t>Ahmet Özmen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3200" b="1" u="none" strike="noStrike">
                <a:solidFill>
                  <a:srgbClr val="006699"/>
                </a:solidFill>
                <a:effectLst/>
                <a:uFillTx/>
                <a:latin typeface="Arial"/>
                <a:ea typeface="DejaVu Sans"/>
              </a:rPr>
              <a:t>2026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CustomShape 1"/>
          <p:cNvSpPr/>
          <p:nvPr/>
        </p:nvSpPr>
        <p:spPr>
          <a:xfrm>
            <a:off x="504000" y="301320"/>
            <a:ext cx="9059760" cy="62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Overview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CustomShape 2"/>
          <p:cNvSpPr/>
          <p:nvPr/>
        </p:nvSpPr>
        <p:spPr>
          <a:xfrm>
            <a:off x="548640" y="1371600"/>
            <a:ext cx="9059760" cy="437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66cc"/>
                </a:solidFill>
                <a:effectLst/>
                <a:uFillTx/>
                <a:latin typeface="Arial"/>
                <a:ea typeface="DejaVu Sans"/>
              </a:rPr>
              <a:t>Objectives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66cc"/>
                </a:solidFill>
                <a:effectLst/>
                <a:uFillTx/>
                <a:latin typeface="Arial"/>
                <a:ea typeface="DejaVu Sans"/>
              </a:rPr>
              <a:t>Motivations behind container orchastration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66cc"/>
                </a:solidFill>
                <a:effectLst/>
                <a:uFillTx/>
                <a:latin typeface="Arial"/>
                <a:ea typeface="DejaVu Sans"/>
              </a:rPr>
              <a:t>Kubernetes, Minikube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66cc"/>
                </a:solidFill>
                <a:effectLst/>
                <a:uFillTx/>
                <a:latin typeface="Arial"/>
                <a:ea typeface="DejaVu Sans"/>
              </a:rPr>
              <a:t>Examples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CustomShape 1"/>
          <p:cNvSpPr/>
          <p:nvPr/>
        </p:nvSpPr>
        <p:spPr>
          <a:xfrm>
            <a:off x="504000" y="193320"/>
            <a:ext cx="9059760" cy="62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Objectives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CustomShape 2"/>
          <p:cNvSpPr/>
          <p:nvPr/>
        </p:nvSpPr>
        <p:spPr>
          <a:xfrm>
            <a:off x="438120" y="1139040"/>
            <a:ext cx="9059760" cy="437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66cc"/>
                </a:solidFill>
                <a:effectLst/>
                <a:uFillTx/>
                <a:latin typeface="Arial"/>
                <a:ea typeface="DejaVu Sans"/>
              </a:rPr>
              <a:t>Who took this course can (should) answer the following questions: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66cc"/>
                </a:solidFill>
                <a:effectLst/>
                <a:uFillTx/>
                <a:latin typeface="Arial"/>
                <a:ea typeface="DejaVu Sans"/>
              </a:rPr>
              <a:t>How to deploy containerized applications using Kubernetes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112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66cc"/>
                </a:solidFill>
                <a:effectLst/>
                <a:uFillTx/>
                <a:latin typeface="Arial"/>
                <a:ea typeface="DejaVu Sans"/>
              </a:rPr>
              <a:t>Scalability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417"/>
              </a:spcBef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PlaceHolder 1"/>
          <p:cNvSpPr>
            <a:spLocks noGrp="1"/>
          </p:cNvSpPr>
          <p:nvPr>
            <p:ph type="title"/>
          </p:nvPr>
        </p:nvSpPr>
        <p:spPr>
          <a:xfrm>
            <a:off x="529200" y="-239400"/>
            <a:ext cx="9069840" cy="12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Kubernetes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PlaceHolder 2"/>
          <p:cNvSpPr>
            <a:spLocks noGrp="1"/>
          </p:cNvSpPr>
          <p:nvPr>
            <p:ph type="subTitle"/>
          </p:nvPr>
        </p:nvSpPr>
        <p:spPr>
          <a:xfrm>
            <a:off x="504000" y="989280"/>
            <a:ext cx="9069840" cy="5435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What is it?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Open source container orchestration tool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Developed by Google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Helps you manage containerized applications in different deployment environments: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Physical, virtual or cloud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Motivation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Current trend is from monolith to microservices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Increased usage of containers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Demand for a proper way of managing those hundreds of conatiners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Benefits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High availability or no downtime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Scalability or high performance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Noto Sans CJK SC"/>
              </a:rPr>
              <a:t>Disaster recovery – backup and restore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"/>
          <p:cNvSpPr/>
          <p:nvPr/>
        </p:nvSpPr>
        <p:spPr>
          <a:xfrm>
            <a:off x="554040" y="6786000"/>
            <a:ext cx="8937000" cy="6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(https://www.youtube.com/watch?v=VnvRFRk_51k&amp;ab_channel=TechWorldwithNana)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PlaceHolder 1"/>
          <p:cNvSpPr>
            <a:spLocks noGrp="1"/>
          </p:cNvSpPr>
          <p:nvPr>
            <p:ph type="title"/>
          </p:nvPr>
        </p:nvSpPr>
        <p:spPr>
          <a:xfrm>
            <a:off x="504000" y="-118800"/>
            <a:ext cx="9069840" cy="12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Architecture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4" name=""/>
          <p:cNvPicPr/>
          <p:nvPr/>
        </p:nvPicPr>
        <p:blipFill>
          <a:blip r:embed="rId1"/>
          <a:stretch/>
        </p:blipFill>
        <p:spPr>
          <a:xfrm>
            <a:off x="685800" y="1045440"/>
            <a:ext cx="8684280" cy="5512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5" name=""/>
          <p:cNvSpPr/>
          <p:nvPr/>
        </p:nvSpPr>
        <p:spPr>
          <a:xfrm>
            <a:off x="554400" y="6786360"/>
            <a:ext cx="8937000" cy="6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(https://www.youtube.com/watch?v=VnvRFRk_51k&amp;ab_channel=TechWorldwithNana)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PlaceHolder 1"/>
          <p:cNvSpPr>
            <a:spLocks noGrp="1"/>
          </p:cNvSpPr>
          <p:nvPr>
            <p:ph type="title"/>
          </p:nvPr>
        </p:nvSpPr>
        <p:spPr>
          <a:xfrm>
            <a:off x="504000" y="-118800"/>
            <a:ext cx="9071280" cy="126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Pod, Deployment, Service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7" name="PlaceHolder 2"/>
          <p:cNvSpPr>
            <a:spLocks noGrp="1"/>
          </p:cNvSpPr>
          <p:nvPr>
            <p:ph/>
          </p:nvPr>
        </p:nvSpPr>
        <p:spPr>
          <a:xfrm>
            <a:off x="228600" y="1258920"/>
            <a:ext cx="9346680" cy="438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Three important abstractions: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Pod: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An abstraction over containerized process.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Deployment: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An abstraction over pods. They can span across nodes.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Service: </a:t>
            </a: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Communication abstraction that allows pods to communicate within cluster.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These units are described in YAML files, check yaml file basics: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https://www.mirantis.com/blog/introduction-to-yaml-creating-a-kubernetes-deployment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PlaceHolder 1"/>
          <p:cNvSpPr>
            <a:spLocks noGrp="1"/>
          </p:cNvSpPr>
          <p:nvPr>
            <p:ph type="title"/>
          </p:nvPr>
        </p:nvSpPr>
        <p:spPr>
          <a:xfrm>
            <a:off x="504000" y="-118800"/>
            <a:ext cx="9071280" cy="126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Pod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PlaceHolder 2"/>
          <p:cNvSpPr>
            <a:spLocks noGrp="1"/>
          </p:cNvSpPr>
          <p:nvPr>
            <p:ph/>
          </p:nvPr>
        </p:nvSpPr>
        <p:spPr>
          <a:xfrm>
            <a:off x="504000" y="1143000"/>
            <a:ext cx="9253080" cy="5257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pod is the smallest deployable unit that exists in Kubernetes.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Pods are simply a collection of containers with shared network and storage. 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You can define and create pods manually using declarative YAML files.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0" name=""/>
          <p:cNvPicPr/>
          <p:nvPr/>
        </p:nvPicPr>
        <p:blipFill>
          <a:blip r:embed="rId1"/>
          <a:stretch/>
        </p:blipFill>
        <p:spPr>
          <a:xfrm>
            <a:off x="5486760" y="4114800"/>
            <a:ext cx="3864600" cy="3016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PlaceHolder 1"/>
          <p:cNvSpPr>
            <a:spLocks noGrp="1"/>
          </p:cNvSpPr>
          <p:nvPr>
            <p:ph type="title"/>
          </p:nvPr>
        </p:nvSpPr>
        <p:spPr>
          <a:xfrm>
            <a:off x="504000" y="-130680"/>
            <a:ext cx="9071280" cy="126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Deployment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PlaceHolder 2"/>
          <p:cNvSpPr>
            <a:spLocks noGrp="1"/>
          </p:cNvSpPr>
          <p:nvPr>
            <p:ph/>
          </p:nvPr>
        </p:nvSpPr>
        <p:spPr>
          <a:xfrm>
            <a:off x="529200" y="1371600"/>
            <a:ext cx="9071280" cy="438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deployment is a Kubernetes construct that controls the creation and destruction of pods.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This construct is particularly important because it is what keeps our application alive!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deployment is essentially a contract you make with Kubernetes that states the running conditions of your application.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Deployment may span across nodes.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PlaceHolder 1"/>
          <p:cNvSpPr>
            <a:spLocks noGrp="1"/>
          </p:cNvSpPr>
          <p:nvPr>
            <p:ph type="title"/>
          </p:nvPr>
        </p:nvSpPr>
        <p:spPr>
          <a:xfrm>
            <a:off x="529200" y="-118800"/>
            <a:ext cx="9071280" cy="126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Deployment example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4" name=""/>
          <p:cNvPicPr/>
          <p:nvPr/>
        </p:nvPicPr>
        <p:blipFill>
          <a:blip r:embed="rId1"/>
          <a:stretch/>
        </p:blipFill>
        <p:spPr>
          <a:xfrm>
            <a:off x="1981440" y="914400"/>
            <a:ext cx="4647240" cy="619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5" name=""/>
          <p:cNvSpPr/>
          <p:nvPr/>
        </p:nvSpPr>
        <p:spPr>
          <a:xfrm>
            <a:off x="6858000" y="2054520"/>
            <a:ext cx="25138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webapp-deploy.yaml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PlaceHolder 1"/>
          <p:cNvSpPr>
            <a:spLocks noGrp="1"/>
          </p:cNvSpPr>
          <p:nvPr>
            <p:ph type="title"/>
          </p:nvPr>
        </p:nvSpPr>
        <p:spPr>
          <a:xfrm>
            <a:off x="457200" y="-118800"/>
            <a:ext cx="9071280" cy="126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Service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PlaceHolder 2"/>
          <p:cNvSpPr>
            <a:spLocks noGrp="1"/>
          </p:cNvSpPr>
          <p:nvPr>
            <p:ph/>
          </p:nvPr>
        </p:nvSpPr>
        <p:spPr>
          <a:xfrm>
            <a:off x="457200" y="1102320"/>
            <a:ext cx="9071280" cy="438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deployment ensures that our application is running inside the cluster, but we have no way to access it from outside!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service is used to manage how network traffic makes it to pods running somewhere within a cluster.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"/>
          <p:cNvSpPr/>
          <p:nvPr/>
        </p:nvSpPr>
        <p:spPr>
          <a:xfrm>
            <a:off x="86040" y="6636600"/>
            <a:ext cx="9514440" cy="85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https://medium.com/slalom-technology/5-constructs-you-must-know-to-get-started-with-kubernetes-85e0079f9ace#:~:text=The%20spec%20field%20is%20used,label%20app%3A%20hello%2Dkubernetes%20.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9" name=""/>
          <p:cNvPicPr/>
          <p:nvPr/>
        </p:nvPicPr>
        <p:blipFill>
          <a:blip r:embed="rId1"/>
          <a:stretch/>
        </p:blipFill>
        <p:spPr>
          <a:xfrm>
            <a:off x="4219920" y="3544560"/>
            <a:ext cx="4466160" cy="287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PlaceHolder 1"/>
          <p:cNvSpPr>
            <a:spLocks noGrp="1"/>
          </p:cNvSpPr>
          <p:nvPr>
            <p:ph type="title"/>
          </p:nvPr>
        </p:nvSpPr>
        <p:spPr>
          <a:xfrm>
            <a:off x="529560" y="-118440"/>
            <a:ext cx="9069480" cy="125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Minikube install on Ubuntu 22.04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1" name=""/>
          <p:cNvPicPr/>
          <p:nvPr/>
        </p:nvPicPr>
        <p:blipFill>
          <a:blip r:embed="rId1"/>
          <a:stretch/>
        </p:blipFill>
        <p:spPr>
          <a:xfrm>
            <a:off x="124200" y="1528200"/>
            <a:ext cx="8560440" cy="48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2" name=""/>
          <p:cNvPicPr/>
          <p:nvPr/>
        </p:nvPicPr>
        <p:blipFill>
          <a:blip r:embed="rId2"/>
          <a:stretch/>
        </p:blipFill>
        <p:spPr>
          <a:xfrm>
            <a:off x="124200" y="955800"/>
            <a:ext cx="8560440" cy="28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3" name=""/>
          <p:cNvSpPr/>
          <p:nvPr/>
        </p:nvSpPr>
        <p:spPr>
          <a:xfrm>
            <a:off x="111240" y="1205280"/>
            <a:ext cx="491580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Install KVM-hypervisor virtualization software: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4" name=""/>
          <p:cNvPicPr/>
          <p:nvPr/>
        </p:nvPicPr>
        <p:blipFill>
          <a:blip r:embed="rId3"/>
          <a:stretch/>
        </p:blipFill>
        <p:spPr>
          <a:xfrm>
            <a:off x="124200" y="2262600"/>
            <a:ext cx="8560440" cy="64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5" name=""/>
          <p:cNvSpPr/>
          <p:nvPr/>
        </p:nvSpPr>
        <p:spPr>
          <a:xfrm>
            <a:off x="144000" y="1965240"/>
            <a:ext cx="345348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 if KVM is installed correctly: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6" name=""/>
          <p:cNvPicPr/>
          <p:nvPr/>
        </p:nvPicPr>
        <p:blipFill>
          <a:blip r:embed="rId4"/>
          <a:stretch/>
        </p:blipFill>
        <p:spPr>
          <a:xfrm>
            <a:off x="124200" y="3160440"/>
            <a:ext cx="8560440" cy="892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7" name=""/>
          <p:cNvSpPr/>
          <p:nvPr/>
        </p:nvSpPr>
        <p:spPr>
          <a:xfrm>
            <a:off x="156600" y="2876400"/>
            <a:ext cx="181368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Install Minikube: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8" name=""/>
          <p:cNvPicPr/>
          <p:nvPr/>
        </p:nvPicPr>
        <p:blipFill>
          <a:blip r:embed="rId5"/>
          <a:stretch/>
        </p:blipFill>
        <p:spPr>
          <a:xfrm>
            <a:off x="124200" y="4091400"/>
            <a:ext cx="8560440" cy="49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9" name=""/>
          <p:cNvSpPr/>
          <p:nvPr/>
        </p:nvSpPr>
        <p:spPr>
          <a:xfrm>
            <a:off x="165960" y="4548600"/>
            <a:ext cx="1636920" cy="34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Test minikube: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0" name=""/>
          <p:cNvPicPr/>
          <p:nvPr/>
        </p:nvPicPr>
        <p:blipFill>
          <a:blip r:embed="rId6"/>
          <a:stretch/>
        </p:blipFill>
        <p:spPr>
          <a:xfrm>
            <a:off x="113400" y="4825800"/>
            <a:ext cx="8560440" cy="2679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"/>
          <p:cNvSpPr/>
          <p:nvPr/>
        </p:nvSpPr>
        <p:spPr>
          <a:xfrm>
            <a:off x="2286000" y="228600"/>
            <a:ext cx="4569120" cy="59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3600" b="1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&gt; minikube start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2" name=""/>
          <p:cNvPicPr/>
          <p:nvPr/>
        </p:nvPicPr>
        <p:blipFill>
          <a:blip r:embed="rId1"/>
          <a:stretch/>
        </p:blipFill>
        <p:spPr>
          <a:xfrm>
            <a:off x="810000" y="952200"/>
            <a:ext cx="8560440" cy="460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3" name=""/>
          <p:cNvSpPr/>
          <p:nvPr/>
        </p:nvSpPr>
        <p:spPr>
          <a:xfrm>
            <a:off x="685800" y="7194600"/>
            <a:ext cx="8456040" cy="6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(https://computingforgeeks.com/how-to-install-minikube-on-ubuntu-debian-linux/)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4" name=""/>
          <p:cNvPicPr/>
          <p:nvPr/>
        </p:nvPicPr>
        <p:blipFill>
          <a:blip r:embed="rId2"/>
          <a:stretch/>
        </p:blipFill>
        <p:spPr>
          <a:xfrm>
            <a:off x="198000" y="5624280"/>
            <a:ext cx="4093200" cy="161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5" name=""/>
          <p:cNvPicPr/>
          <p:nvPr/>
        </p:nvPicPr>
        <p:blipFill>
          <a:blip r:embed="rId3"/>
          <a:stretch/>
        </p:blipFill>
        <p:spPr>
          <a:xfrm>
            <a:off x="4401360" y="5643000"/>
            <a:ext cx="5426280" cy="1149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PlaceHolder 1"/>
          <p:cNvSpPr>
            <a:spLocks noGrp="1"/>
          </p:cNvSpPr>
          <p:nvPr>
            <p:ph type="title"/>
          </p:nvPr>
        </p:nvSpPr>
        <p:spPr>
          <a:xfrm>
            <a:off x="228600" y="-118800"/>
            <a:ext cx="9827640" cy="12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Deploying docker image on k8s cluster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7" name=""/>
          <p:cNvPicPr/>
          <p:nvPr/>
        </p:nvPicPr>
        <p:blipFill>
          <a:blip r:embed="rId1"/>
          <a:stretch/>
        </p:blipFill>
        <p:spPr>
          <a:xfrm>
            <a:off x="3429000" y="915840"/>
            <a:ext cx="3864600" cy="3016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8" name=""/>
          <p:cNvPicPr/>
          <p:nvPr/>
        </p:nvPicPr>
        <p:blipFill>
          <a:blip r:embed="rId2">
            <a:alphaModFix amt="99000"/>
          </a:blip>
          <a:stretch/>
        </p:blipFill>
        <p:spPr>
          <a:xfrm>
            <a:off x="724320" y="3983400"/>
            <a:ext cx="8646120" cy="3512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PlaceHolder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9071280" cy="1261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Accessing mysql pod from host computer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0" name=""/>
          <p:cNvPicPr/>
          <p:nvPr/>
        </p:nvPicPr>
        <p:blipFill>
          <a:blip r:embed="rId1"/>
          <a:stretch/>
        </p:blipFill>
        <p:spPr>
          <a:xfrm>
            <a:off x="74520" y="986400"/>
            <a:ext cx="8647560" cy="580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1" name=""/>
          <p:cNvSpPr/>
          <p:nvPr/>
        </p:nvSpPr>
        <p:spPr>
          <a:xfrm>
            <a:off x="8530200" y="2093400"/>
            <a:ext cx="1142280" cy="227880"/>
          </a:xfrm>
          <a:custGeom>
            <a:avLst/>
            <a:gdLst>
              <a:gd name="textAreaLeft" fmla="*/ 0 w 1142280"/>
              <a:gd name="textAreaRight" fmla="*/ 1143000 w 1142280"/>
              <a:gd name="textAreaTop" fmla="*/ 0 h 227880"/>
              <a:gd name="textAreaBottom" fmla="*/ 228600 h 22788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21600" y="5400"/>
                </a:moveTo>
                <a:lnTo>
                  <a:pt x="5400" y="5400"/>
                </a:lnTo>
                <a:lnTo>
                  <a:pt x="5400" y="0"/>
                </a:lnTo>
                <a:lnTo>
                  <a:pt x="0" y="10800"/>
                </a:lnTo>
                <a:lnTo>
                  <a:pt x="5400" y="21600"/>
                </a:lnTo>
                <a:lnTo>
                  <a:pt x="5400" y="16200"/>
                </a:lnTo>
                <a:lnTo>
                  <a:pt x="21600" y="162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12" name=""/>
          <p:cNvSpPr/>
          <p:nvPr/>
        </p:nvSpPr>
        <p:spPr>
          <a:xfrm>
            <a:off x="8663400" y="2311200"/>
            <a:ext cx="1622880" cy="60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port-forward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"/>
          <p:cNvSpPr/>
          <p:nvPr/>
        </p:nvSpPr>
        <p:spPr>
          <a:xfrm>
            <a:off x="2743200" y="6968880"/>
            <a:ext cx="54028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Pods are low level, we will use Deployment instead!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PlaceHolder 1"/>
          <p:cNvSpPr>
            <a:spLocks noGrp="1"/>
          </p:cNvSpPr>
          <p:nvPr>
            <p:ph type="title"/>
          </p:nvPr>
        </p:nvSpPr>
        <p:spPr>
          <a:xfrm>
            <a:off x="529200" y="-118800"/>
            <a:ext cx="9069840" cy="125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Running application on k8s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5" name=""/>
          <p:cNvPicPr/>
          <p:nvPr/>
        </p:nvPicPr>
        <p:blipFill>
          <a:blip r:embed="rId1"/>
          <a:stretch/>
        </p:blipFill>
        <p:spPr>
          <a:xfrm>
            <a:off x="457200" y="1141560"/>
            <a:ext cx="8646120" cy="351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6" name=""/>
          <p:cNvPicPr/>
          <p:nvPr/>
        </p:nvPicPr>
        <p:blipFill>
          <a:blip r:embed="rId2"/>
          <a:stretch/>
        </p:blipFill>
        <p:spPr>
          <a:xfrm>
            <a:off x="883080" y="5257800"/>
            <a:ext cx="7657200" cy="124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7" name=""/>
          <p:cNvSpPr/>
          <p:nvPr/>
        </p:nvSpPr>
        <p:spPr>
          <a:xfrm>
            <a:off x="1420200" y="4836600"/>
            <a:ext cx="614052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When we are done with a pod deployment, simply delete it!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PlaceHolder 1"/>
          <p:cNvSpPr>
            <a:spLocks noGrp="1"/>
          </p:cNvSpPr>
          <p:nvPr>
            <p:ph type="title"/>
          </p:nvPr>
        </p:nvSpPr>
        <p:spPr>
          <a:xfrm>
            <a:off x="0" y="-228600"/>
            <a:ext cx="10281960" cy="125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Simple web app, no database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9" name=""/>
          <p:cNvPicPr/>
          <p:nvPr/>
        </p:nvPicPr>
        <p:blipFill>
          <a:blip r:embed="rId1"/>
          <a:stretch/>
        </p:blipFill>
        <p:spPr>
          <a:xfrm>
            <a:off x="457200" y="718200"/>
            <a:ext cx="9275760" cy="655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0" name=""/>
          <p:cNvSpPr/>
          <p:nvPr/>
        </p:nvSpPr>
        <p:spPr>
          <a:xfrm>
            <a:off x="1504800" y="7213320"/>
            <a:ext cx="740880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Afterwards, the image (aozmen54/k8demo) is pushed to docker registry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PlaceHolder 1"/>
          <p:cNvSpPr>
            <a:spLocks noGrp="1"/>
          </p:cNvSpPr>
          <p:nvPr>
            <p:ph type="title"/>
          </p:nvPr>
        </p:nvSpPr>
        <p:spPr>
          <a:xfrm>
            <a:off x="529200" y="-108000"/>
            <a:ext cx="9070200" cy="126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Yaml files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2" name=""/>
          <p:cNvPicPr/>
          <p:nvPr/>
        </p:nvPicPr>
        <p:blipFill>
          <a:blip r:embed="rId1"/>
          <a:stretch/>
        </p:blipFill>
        <p:spPr>
          <a:xfrm>
            <a:off x="1033560" y="1166760"/>
            <a:ext cx="8027280" cy="522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3" name=""/>
          <p:cNvPicPr/>
          <p:nvPr/>
        </p:nvPicPr>
        <p:blipFill>
          <a:blip r:embed="rId1"/>
          <a:stretch/>
        </p:blipFill>
        <p:spPr>
          <a:xfrm>
            <a:off x="360" y="914400"/>
            <a:ext cx="10078560" cy="401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4" name=""/>
          <p:cNvSpPr/>
          <p:nvPr/>
        </p:nvSpPr>
        <p:spPr>
          <a:xfrm>
            <a:off x="5113800" y="4415400"/>
            <a:ext cx="1369800" cy="226800"/>
          </a:xfrm>
          <a:prstGeom prst="rect">
            <a:avLst/>
          </a:prstGeom>
          <a:noFill/>
          <a:ln w="1908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25" name=""/>
          <p:cNvSpPr/>
          <p:nvPr/>
        </p:nvSpPr>
        <p:spPr>
          <a:xfrm>
            <a:off x="5113800" y="4415400"/>
            <a:ext cx="1369800" cy="226800"/>
          </a:xfrm>
          <a:prstGeom prst="rect">
            <a:avLst/>
          </a:prstGeom>
          <a:noFill/>
          <a:ln w="1908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26" name=""/>
          <p:cNvSpPr/>
          <p:nvPr/>
        </p:nvSpPr>
        <p:spPr>
          <a:xfrm>
            <a:off x="6485400" y="3585600"/>
            <a:ext cx="1056600" cy="226800"/>
          </a:xfrm>
          <a:prstGeom prst="rect">
            <a:avLst/>
          </a:prstGeom>
          <a:noFill/>
          <a:ln w="1908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27" name=""/>
          <p:cNvSpPr/>
          <p:nvPr/>
        </p:nvSpPr>
        <p:spPr>
          <a:xfrm>
            <a:off x="5943600" y="4644000"/>
            <a:ext cx="226800" cy="383400"/>
          </a:xfrm>
          <a:custGeom>
            <a:avLst/>
            <a:gdLst>
              <a:gd name="textAreaLeft" fmla="*/ 0 w 226800"/>
              <a:gd name="textAreaRight" fmla="*/ 227520 w 226800"/>
              <a:gd name="textAreaTop" fmla="*/ 0 h 383400"/>
              <a:gd name="textAreaBottom" fmla="*/ 384120 h 3834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5400" y="21600"/>
                </a:moveTo>
                <a:lnTo>
                  <a:pt x="5400" y="5400"/>
                </a:lnTo>
                <a:lnTo>
                  <a:pt x="0" y="5400"/>
                </a:lnTo>
                <a:lnTo>
                  <a:pt x="10800" y="0"/>
                </a:lnTo>
                <a:lnTo>
                  <a:pt x="21600" y="5400"/>
                </a:lnTo>
                <a:lnTo>
                  <a:pt x="16200" y="5400"/>
                </a:lnTo>
                <a:lnTo>
                  <a:pt x="162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28" name=""/>
          <p:cNvSpPr/>
          <p:nvPr/>
        </p:nvSpPr>
        <p:spPr>
          <a:xfrm>
            <a:off x="7086600" y="3886200"/>
            <a:ext cx="226800" cy="1141200"/>
          </a:xfrm>
          <a:custGeom>
            <a:avLst/>
            <a:gdLst>
              <a:gd name="textAreaLeft" fmla="*/ 0 w 226800"/>
              <a:gd name="textAreaRight" fmla="*/ 227520 w 226800"/>
              <a:gd name="textAreaTop" fmla="*/ 0 h 1141200"/>
              <a:gd name="textAreaBottom" fmla="*/ 1141920 h 11412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5400" y="21600"/>
                </a:moveTo>
                <a:lnTo>
                  <a:pt x="5400" y="5400"/>
                </a:lnTo>
                <a:lnTo>
                  <a:pt x="0" y="5400"/>
                </a:lnTo>
                <a:lnTo>
                  <a:pt x="10800" y="0"/>
                </a:lnTo>
                <a:lnTo>
                  <a:pt x="21600" y="5400"/>
                </a:lnTo>
                <a:lnTo>
                  <a:pt x="16200" y="5400"/>
                </a:lnTo>
                <a:lnTo>
                  <a:pt x="16200" y="21600"/>
                </a:lnTo>
                <a:close/>
              </a:path>
            </a:pathLst>
          </a:cu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29" name=""/>
          <p:cNvSpPr/>
          <p:nvPr/>
        </p:nvSpPr>
        <p:spPr>
          <a:xfrm>
            <a:off x="6199920" y="5003640"/>
            <a:ext cx="39528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IP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0" name=""/>
          <p:cNvSpPr/>
          <p:nvPr/>
        </p:nvSpPr>
        <p:spPr>
          <a:xfrm>
            <a:off x="7315200" y="4984560"/>
            <a:ext cx="81144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PORT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1" name=""/>
          <p:cNvPicPr/>
          <p:nvPr/>
        </p:nvPicPr>
        <p:blipFill>
          <a:blip r:embed="rId2"/>
          <a:stretch/>
        </p:blipFill>
        <p:spPr>
          <a:xfrm>
            <a:off x="2743200" y="5420160"/>
            <a:ext cx="3664800" cy="120744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sp>
        <p:nvSpPr>
          <p:cNvPr id="832" name=""/>
          <p:cNvSpPr/>
          <p:nvPr/>
        </p:nvSpPr>
        <p:spPr>
          <a:xfrm>
            <a:off x="3886200" y="339480"/>
            <a:ext cx="255924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DejaVu Sans"/>
              </a:rPr>
              <a:t>Running the application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CustomShape 1"/>
          <p:cNvSpPr/>
          <p:nvPr/>
        </p:nvSpPr>
        <p:spPr>
          <a:xfrm>
            <a:off x="504000" y="301320"/>
            <a:ext cx="9059760" cy="62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DejaVu Sans"/>
              </a:rPr>
              <a:t>Questions?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CustomShape 2"/>
          <p:cNvSpPr/>
          <p:nvPr/>
        </p:nvSpPr>
        <p:spPr>
          <a:xfrm>
            <a:off x="548640" y="1280160"/>
            <a:ext cx="9015120" cy="428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spcBef>
                <a:spcPts val="1417"/>
              </a:spcBef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348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66cc"/>
                </a:solidFill>
                <a:effectLst/>
                <a:uFillTx/>
                <a:latin typeface="Arial"/>
                <a:ea typeface="DejaVu Sans"/>
              </a:rPr>
              <a:t>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CustomShape 3"/>
          <p:cNvSpPr/>
          <p:nvPr/>
        </p:nvSpPr>
        <p:spPr>
          <a:xfrm rot="21576000">
            <a:off x="280080" y="1026720"/>
            <a:ext cx="9407520" cy="49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lang="tr-TR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pic>
        <p:nvPicPr>
          <p:cNvPr id="836" name=""/>
          <p:cNvPicPr/>
          <p:nvPr/>
        </p:nvPicPr>
        <p:blipFill>
          <a:blip r:embed="rId1"/>
          <a:stretch/>
        </p:blipFill>
        <p:spPr>
          <a:xfrm>
            <a:off x="2882520" y="1495440"/>
            <a:ext cx="4389120" cy="4617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5639</TotalTime>
  <Application>LibreOffice/25.8.5.2$Linux_X86_64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2023-02-28T13:33:50Z</dcterms:created>
  <dc:creator/>
  <dc:description/>
  <dc:language>en-US</dc:language>
  <cp:lastModifiedBy/>
  <dcterms:modified xsi:type="dcterms:W3CDTF">2026-05-06T14:10:55Z</dcterms:modified>
  <cp:revision>578</cp:revision>
  <dc:subject/>
  <dc:title>Blue Curve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