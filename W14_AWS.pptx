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8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</a:t>
            </a:r>
            <a:r>
              <a:rPr b="0" lang="en-US" sz="1800" spc="-1" strike="noStrike">
                <a:latin typeface="Arial"/>
              </a:rPr>
              <a:t>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</a:t>
            </a:r>
            <a:r>
              <a:rPr b="0" lang="en-US" sz="4400" spc="-1" strike="noStrike">
                <a:latin typeface="Arial"/>
              </a:rPr>
              <a:t>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0" y="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2"/>
          <p:cNvSpPr/>
          <p:nvPr/>
        </p:nvSpPr>
        <p:spPr>
          <a:xfrm>
            <a:off x="0" y="6620400"/>
            <a:ext cx="10063080" cy="9280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eksctl.io/installation/" TargetMode="External"/><Relationship Id="rId2" Type="http://schemas.openxmlformats.org/officeDocument/2006/relationships/hyperlink" Target="https://docs.aws.amazon.com/emr/latest/EMR-on-EKS-DevelopmentGuide/setting-up-eksctl.html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6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7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7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7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7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CustomShape 1"/>
          <p:cNvSpPr/>
          <p:nvPr/>
        </p:nvSpPr>
        <p:spPr>
          <a:xfrm>
            <a:off x="987480" y="1828800"/>
            <a:ext cx="8143560" cy="43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6699"/>
                </a:solidFill>
                <a:latin typeface="Arial"/>
                <a:ea typeface="DejaVu Sans"/>
              </a:rPr>
              <a:t>SWE 304 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5983b0"/>
                </a:solidFill>
                <a:latin typeface="Arial"/>
                <a:ea typeface="DejaVu Sans"/>
              </a:rPr>
              <a:t>Development and Operations</a:t>
            </a:r>
            <a:br>
              <a:rPr sz="1800"/>
            </a:br>
            <a:r>
              <a:rPr b="1" lang="en-US" sz="4400" spc="-1" strike="noStrike">
                <a:solidFill>
                  <a:srgbClr val="5983b0"/>
                </a:solidFill>
                <a:latin typeface="Arial"/>
                <a:ea typeface="DejaVu Sans"/>
              </a:rPr>
              <a:t>DevOps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6699"/>
                </a:solidFill>
                <a:latin typeface="Arial"/>
                <a:ea typeface="DejaVu Sans"/>
              </a:rPr>
              <a:t>Week – 14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55269"/>
                </a:solidFill>
                <a:latin typeface="Arial"/>
                <a:ea typeface="DejaVu Sans"/>
              </a:rPr>
              <a:t>Kubernetes – Amazon (AWS) Cloud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6699"/>
                </a:solidFill>
                <a:latin typeface="Arial"/>
                <a:ea typeface="DejaVu Sans"/>
              </a:rPr>
              <a:t>Ahmet Özmen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6699"/>
                </a:solidFill>
                <a:latin typeface="Arial"/>
                <a:ea typeface="DejaVu Sans"/>
              </a:rPr>
              <a:t>2024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504000" y="301320"/>
            <a:ext cx="905796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Overview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548640" y="1371600"/>
            <a:ext cx="9057960" cy="43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Objectives 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Kubernetes Cloud deployment tools</a:t>
            </a:r>
            <a:endParaRPr b="0" lang="en-US" sz="3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EKS on Amazon  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Deploying applications on EKS 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Examples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504000" y="193320"/>
            <a:ext cx="905796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Objectives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24" name="CustomShape 2"/>
          <p:cNvSpPr/>
          <p:nvPr/>
        </p:nvSpPr>
        <p:spPr>
          <a:xfrm>
            <a:off x="438120" y="1139040"/>
            <a:ext cx="9057960" cy="43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Who took this course can (should) answer the following questions: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Use of AWS EKS for web app deployment and monitoring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29200" y="-239400"/>
            <a:ext cx="9068040" cy="125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latin typeface="Arial"/>
              </a:rPr>
              <a:t>AWS EKS (Elastic Kubernetes Service)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326" name="" descr=""/>
          <p:cNvPicPr/>
          <p:nvPr/>
        </p:nvPicPr>
        <p:blipFill>
          <a:blip r:embed="rId1"/>
          <a:stretch/>
        </p:blipFill>
        <p:spPr>
          <a:xfrm>
            <a:off x="39600" y="1163160"/>
            <a:ext cx="9789840" cy="3179880"/>
          </a:xfrm>
          <a:prstGeom prst="rect">
            <a:avLst/>
          </a:prstGeom>
          <a:ln w="0">
            <a:noFill/>
          </a:ln>
        </p:spPr>
      </p:pic>
      <p:sp>
        <p:nvSpPr>
          <p:cNvPr id="327" name=""/>
          <p:cNvSpPr/>
          <p:nvPr/>
        </p:nvSpPr>
        <p:spPr>
          <a:xfrm flipH="1" flipV="1">
            <a:off x="5943600" y="3886200"/>
            <a:ext cx="685800" cy="914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"/>
          <p:cNvSpPr/>
          <p:nvPr/>
        </p:nvSpPr>
        <p:spPr>
          <a:xfrm>
            <a:off x="1600200" y="4884120"/>
            <a:ext cx="73148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You can create a Kubernetes cluster following guides step-by-step.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04000" y="-226800"/>
            <a:ext cx="9069840" cy="12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Configure Kubernetes Cluster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39600" y="853200"/>
            <a:ext cx="8750160" cy="5570640"/>
          </a:xfrm>
          <a:prstGeom prst="rect">
            <a:avLst/>
          </a:prstGeom>
          <a:ln w="0">
            <a:noFill/>
          </a:ln>
        </p:spPr>
      </p:pic>
      <p:sp>
        <p:nvSpPr>
          <p:cNvPr id="331" name=""/>
          <p:cNvSpPr/>
          <p:nvPr/>
        </p:nvSpPr>
        <p:spPr>
          <a:xfrm flipH="1" flipV="1">
            <a:off x="8229600" y="6064200"/>
            <a:ext cx="45720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"/>
          <p:cNvSpPr/>
          <p:nvPr/>
        </p:nvSpPr>
        <p:spPr>
          <a:xfrm>
            <a:off x="4343400" y="6691680"/>
            <a:ext cx="54860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Create a IAM (Identity Access Management) role 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for EKS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 flipH="1">
            <a:off x="3429000" y="2201400"/>
            <a:ext cx="68580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"/>
          <p:cNvSpPr/>
          <p:nvPr/>
        </p:nvSpPr>
        <p:spPr>
          <a:xfrm>
            <a:off x="4114800" y="2044800"/>
            <a:ext cx="3048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Give a name for your cluster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4800600" y="342900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"/>
          <p:cNvSpPr/>
          <p:nvPr/>
        </p:nvSpPr>
        <p:spPr>
          <a:xfrm>
            <a:off x="4673160" y="3082680"/>
            <a:ext cx="3833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Select the latest Kubernetes version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685800" y="1085760"/>
            <a:ext cx="7673400" cy="50666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504000" y="-13068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latin typeface="Arial"/>
              </a:rPr>
              <a:t>IAM Configuration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7288560" y="6283080"/>
            <a:ext cx="116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next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504000" y="-13068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latin typeface="Arial"/>
              </a:rPr>
              <a:t>Add permissions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/>
          <a:stretch/>
        </p:blipFill>
        <p:spPr>
          <a:xfrm>
            <a:off x="296280" y="914400"/>
            <a:ext cx="7932960" cy="28324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42" name=""/>
          <p:cNvSpPr/>
          <p:nvPr/>
        </p:nvSpPr>
        <p:spPr>
          <a:xfrm>
            <a:off x="8431560" y="3429000"/>
            <a:ext cx="116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next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2"/>
          <a:stretch/>
        </p:blipFill>
        <p:spPr>
          <a:xfrm>
            <a:off x="228600" y="3941640"/>
            <a:ext cx="8000640" cy="285660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44" name=""/>
          <p:cNvSpPr/>
          <p:nvPr/>
        </p:nvSpPr>
        <p:spPr>
          <a:xfrm>
            <a:off x="3958200" y="5152680"/>
            <a:ext cx="2629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Give a name for the role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 flipH="1">
            <a:off x="3357000" y="5463000"/>
            <a:ext cx="68580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"/>
          <p:cNvSpPr/>
          <p:nvPr/>
        </p:nvSpPr>
        <p:spPr>
          <a:xfrm>
            <a:off x="7670160" y="6858000"/>
            <a:ext cx="19422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Review and click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to create the role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Go back to config page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48" name="" descr=""/>
          <p:cNvPicPr/>
          <p:nvPr/>
        </p:nvPicPr>
        <p:blipFill>
          <a:blip r:embed="rId1"/>
          <a:stretch/>
        </p:blipFill>
        <p:spPr>
          <a:xfrm>
            <a:off x="914400" y="914400"/>
            <a:ext cx="6041880" cy="65678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49" name=""/>
          <p:cNvSpPr/>
          <p:nvPr/>
        </p:nvSpPr>
        <p:spPr>
          <a:xfrm flipH="1">
            <a:off x="5835600" y="1443600"/>
            <a:ext cx="1600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"/>
          <p:cNvSpPr/>
          <p:nvPr/>
        </p:nvSpPr>
        <p:spPr>
          <a:xfrm>
            <a:off x="7521480" y="1371600"/>
            <a:ext cx="253656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Refresh the roles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and select the created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role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7315200" y="7086600"/>
            <a:ext cx="116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next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Cluster networking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1"/>
          <a:stretch/>
        </p:blipFill>
        <p:spPr>
          <a:xfrm>
            <a:off x="1249920" y="829800"/>
            <a:ext cx="5607720" cy="64432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54" name=""/>
          <p:cNvSpPr/>
          <p:nvPr/>
        </p:nvSpPr>
        <p:spPr>
          <a:xfrm>
            <a:off x="7315560" y="7086600"/>
            <a:ext cx="116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next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04000" y="-2286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Monitoring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56" name="" descr=""/>
          <p:cNvPicPr/>
          <p:nvPr/>
        </p:nvPicPr>
        <p:blipFill>
          <a:blip r:embed="rId1"/>
          <a:stretch/>
        </p:blipFill>
        <p:spPr>
          <a:xfrm>
            <a:off x="878400" y="968040"/>
            <a:ext cx="5647680" cy="6339240"/>
          </a:xfrm>
          <a:prstGeom prst="rect">
            <a:avLst/>
          </a:prstGeom>
          <a:ln w="0">
            <a:noFill/>
          </a:ln>
        </p:spPr>
      </p:pic>
      <p:sp>
        <p:nvSpPr>
          <p:cNvPr id="357" name=""/>
          <p:cNvSpPr/>
          <p:nvPr/>
        </p:nvSpPr>
        <p:spPr>
          <a:xfrm>
            <a:off x="7315920" y="7086600"/>
            <a:ext cx="116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next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6805440" y="2286000"/>
            <a:ext cx="27954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If you select monitoring,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you may have to pay for it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 flipH="1" flipV="1">
            <a:off x="3886200" y="1371600"/>
            <a:ext cx="320040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529200" y="-2268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Add-Ons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1"/>
          <a:stretch/>
        </p:blipFill>
        <p:spPr>
          <a:xfrm>
            <a:off x="1324440" y="764640"/>
            <a:ext cx="7133400" cy="63334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62" name=""/>
          <p:cNvSpPr/>
          <p:nvPr/>
        </p:nvSpPr>
        <p:spPr>
          <a:xfrm>
            <a:off x="8660160" y="6858000"/>
            <a:ext cx="116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next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988200" y="165240"/>
            <a:ext cx="5797440" cy="69742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64" name=""/>
          <p:cNvSpPr/>
          <p:nvPr/>
        </p:nvSpPr>
        <p:spPr>
          <a:xfrm>
            <a:off x="7517160" y="6858000"/>
            <a:ext cx="116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next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504000" y="-1188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Review and create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66" name="" descr=""/>
          <p:cNvPicPr/>
          <p:nvPr/>
        </p:nvPicPr>
        <p:blipFill>
          <a:blip r:embed="rId1"/>
          <a:stretch/>
        </p:blipFill>
        <p:spPr>
          <a:xfrm>
            <a:off x="813600" y="806400"/>
            <a:ext cx="5514840" cy="6634440"/>
          </a:xfrm>
          <a:prstGeom prst="rect">
            <a:avLst/>
          </a:prstGeom>
          <a:ln w="0">
            <a:noFill/>
          </a:ln>
        </p:spPr>
      </p:pic>
      <p:sp>
        <p:nvSpPr>
          <p:cNvPr id="367" name=""/>
          <p:cNvSpPr/>
          <p:nvPr/>
        </p:nvSpPr>
        <p:spPr>
          <a:xfrm>
            <a:off x="6629400" y="5943600"/>
            <a:ext cx="1626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to create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04000" y="-1188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EKS Dashboard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228600" y="1052280"/>
            <a:ext cx="8686440" cy="511956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70" name=""/>
          <p:cNvSpPr/>
          <p:nvPr/>
        </p:nvSpPr>
        <p:spPr>
          <a:xfrm flipV="1">
            <a:off x="457200" y="2743200"/>
            <a:ext cx="68580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"/>
          <p:cNvSpPr/>
          <p:nvPr/>
        </p:nvSpPr>
        <p:spPr>
          <a:xfrm flipH="1" flipV="1">
            <a:off x="8458200" y="2057400"/>
            <a:ext cx="685800" cy="914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"/>
          <p:cNvSpPr/>
          <p:nvPr/>
        </p:nvSpPr>
        <p:spPr>
          <a:xfrm>
            <a:off x="6080040" y="3025080"/>
            <a:ext cx="39780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You can delete the cluster at any time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29200" y="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Deleting the Cluster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3172320" y="1371600"/>
            <a:ext cx="4599720" cy="358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57200" y="-1188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AWS CLI and EKSCTL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504000" y="1143000"/>
            <a:ext cx="907164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You can do everything from command line as well, which is also suitable for Jenkins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This is very similar to AZ tool on Azure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AWS cli and EKSCTL cli tools have to be installed on your local computer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Kubectl (that comes with minikube for example) must be installed on you local computer as well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Then you can manage your Kubernetes cluster on the cloud from your local computer as if it was running on your local computer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Install aws and eksctl CLIs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259920" y="2476800"/>
            <a:ext cx="37443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3) sudo mkdir -p /etc/apt/keyrings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0" y="2934000"/>
            <a:ext cx="10058040" cy="23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Install eksctl: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https://eksctl.io/installation/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0" lang="en-US" sz="1800" spc="-1" strike="noStrike" u="sng">
                <a:solidFill>
                  <a:srgbClr val="0000ff"/>
                </a:solidFill>
                <a:highlight>
                  <a:srgbClr val="ffff00"/>
                </a:highlight>
                <a:uFillTx/>
                <a:latin typeface="Arial"/>
                <a:ea typeface="DejaVu Sans"/>
                <a:hlinkClick r:id="rId2"/>
              </a:rPr>
              <a:t>https://docs.aws.amazon.com/emr/latest/EMR-on-EKS-DevelopmentGuide/setting-up-eksctl.html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&gt; curl --silent --location "https://github.com/weaveworks/eksctl/releases/latest/download/eksctl_$(uname -s)_amd64.tar.gz" | tar xz -C /tmp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&gt; sudo mv /tmp/eksctl /usr/local/bin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235440" y="4590000"/>
            <a:ext cx="9591840" cy="11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7) echo "deb [arch=`dpkg --print-architecture` signed-by=/etc/apt/keyrings/microsoft.gpg] https://packages.microsoft.com/repos/azure-cli/ $AZ_REPO main" |     sudo tee /etc/apt/sources.list.d/azure-cli.list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259920" y="1721520"/>
            <a:ext cx="27705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Install aws: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&gt; sudo apt install awscli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145080" y="1083240"/>
            <a:ext cx="98406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control AWS Kube Cluster from local computer aws-CLI + eksctl have to be installed to your local computer: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640800" y="6739920"/>
            <a:ext cx="7817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https://docs.aws.amazon.com/cli/latest/userguide/getting-started-install.html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3"/>
          <a:stretch/>
        </p:blipFill>
        <p:spPr>
          <a:xfrm>
            <a:off x="541800" y="2441160"/>
            <a:ext cx="6857640" cy="494280"/>
          </a:xfrm>
          <a:prstGeom prst="rect">
            <a:avLst/>
          </a:prstGeom>
          <a:ln w="0">
            <a:noFill/>
          </a:ln>
        </p:spPr>
      </p:pic>
      <p:sp>
        <p:nvSpPr>
          <p:cNvPr id="385" name=""/>
          <p:cNvSpPr/>
          <p:nvPr/>
        </p:nvSpPr>
        <p:spPr>
          <a:xfrm>
            <a:off x="930240" y="7086600"/>
            <a:ext cx="6841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https://docs.aws.amazon.com/eks/latest/userguide/setting-up.html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386" name="" descr=""/>
          <p:cNvPicPr/>
          <p:nvPr/>
        </p:nvPicPr>
        <p:blipFill>
          <a:blip r:embed="rId4"/>
          <a:stretch/>
        </p:blipFill>
        <p:spPr>
          <a:xfrm>
            <a:off x="476640" y="5311080"/>
            <a:ext cx="8438400" cy="138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529200" y="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Credentials</a:t>
            </a:r>
            <a:br>
              <a:rPr sz="4400"/>
            </a:br>
            <a:endParaRPr b="0" lang="en-US" sz="4400" spc="-1" strike="noStrike">
              <a:latin typeface="Arial"/>
            </a:endParaRPr>
          </a:p>
        </p:txBody>
      </p:sp>
      <p:pic>
        <p:nvPicPr>
          <p:cNvPr id="388" name="" descr=""/>
          <p:cNvPicPr/>
          <p:nvPr/>
        </p:nvPicPr>
        <p:blipFill>
          <a:blip r:embed="rId1"/>
          <a:stretch/>
        </p:blipFill>
        <p:spPr>
          <a:xfrm>
            <a:off x="457200" y="914400"/>
            <a:ext cx="8867160" cy="368532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89" name=""/>
          <p:cNvSpPr/>
          <p:nvPr/>
        </p:nvSpPr>
        <p:spPr>
          <a:xfrm>
            <a:off x="228600" y="6858000"/>
            <a:ext cx="9568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https://docs.aws.amazon.com/emr/latest/EMR-on-EKS-DevelopmentGuide/setting-up-cli.html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" descr=""/>
          <p:cNvPicPr/>
          <p:nvPr/>
        </p:nvPicPr>
        <p:blipFill>
          <a:blip r:embed="rId1"/>
          <a:stretch/>
        </p:blipFill>
        <p:spPr>
          <a:xfrm>
            <a:off x="1440" y="914400"/>
            <a:ext cx="10080000" cy="448092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91" name=""/>
          <p:cNvSpPr/>
          <p:nvPr/>
        </p:nvSpPr>
        <p:spPr>
          <a:xfrm flipV="1">
            <a:off x="6606000" y="2925000"/>
            <a:ext cx="160020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"/>
          <p:cNvSpPr/>
          <p:nvPr/>
        </p:nvSpPr>
        <p:spPr>
          <a:xfrm>
            <a:off x="6077520" y="3454200"/>
            <a:ext cx="1093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Click this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 flipH="1">
            <a:off x="1143000" y="4343400"/>
            <a:ext cx="22860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"/>
          <p:cNvSpPr/>
          <p:nvPr/>
        </p:nvSpPr>
        <p:spPr>
          <a:xfrm>
            <a:off x="1317960" y="3997080"/>
            <a:ext cx="1283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Create this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2602080" y="4114800"/>
            <a:ext cx="539892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396" name="" descr=""/>
          <p:cNvPicPr/>
          <p:nvPr/>
        </p:nvPicPr>
        <p:blipFill>
          <a:blip r:embed="rId2"/>
          <a:stretch/>
        </p:blipFill>
        <p:spPr>
          <a:xfrm>
            <a:off x="1152720" y="5677200"/>
            <a:ext cx="7533720" cy="140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529200" y="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Create a Kube cluster using eksctl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457200" y="100980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$&gt; eksctl create cluster \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&gt; --name kubeTest \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&gt; --version 1.29 \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&gt; --region eu-central-1 \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&gt; --nodegroup-name workers \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&gt; --node-type t2.micro \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&gt; --nodes 1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399" name="" descr=""/>
          <p:cNvPicPr/>
          <p:nvPr/>
        </p:nvPicPr>
        <p:blipFill>
          <a:blip r:embed="rId1"/>
          <a:stretch/>
        </p:blipFill>
        <p:spPr>
          <a:xfrm>
            <a:off x="5286600" y="3813120"/>
            <a:ext cx="4542840" cy="1580400"/>
          </a:xfrm>
          <a:prstGeom prst="rect">
            <a:avLst/>
          </a:prstGeom>
          <a:ln w="0">
            <a:noFill/>
          </a:ln>
        </p:spPr>
      </p:pic>
      <p:sp>
        <p:nvSpPr>
          <p:cNvPr id="400" name=""/>
          <p:cNvSpPr/>
          <p:nvPr/>
        </p:nvSpPr>
        <p:spPr>
          <a:xfrm>
            <a:off x="529200" y="4246920"/>
            <a:ext cx="4139640" cy="11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Creation of the cluster takes sometime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10 to 15 mins.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Watch the CLI and web dashboard.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01" name="" descr=""/>
          <p:cNvPicPr/>
          <p:nvPr/>
        </p:nvPicPr>
        <p:blipFill>
          <a:blip r:embed="rId2"/>
          <a:stretch/>
        </p:blipFill>
        <p:spPr>
          <a:xfrm>
            <a:off x="228600" y="5601960"/>
            <a:ext cx="9165600" cy="118368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eksctl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03" name="" descr=""/>
          <p:cNvPicPr/>
          <p:nvPr/>
        </p:nvPicPr>
        <p:blipFill>
          <a:blip r:embed="rId1"/>
          <a:stretch/>
        </p:blipFill>
        <p:spPr>
          <a:xfrm>
            <a:off x="39600" y="914400"/>
            <a:ext cx="10080000" cy="3756960"/>
          </a:xfrm>
          <a:prstGeom prst="rect">
            <a:avLst/>
          </a:prstGeom>
          <a:ln w="0">
            <a:noFill/>
          </a:ln>
        </p:spPr>
      </p:pic>
      <p:pic>
        <p:nvPicPr>
          <p:cNvPr id="404" name="" descr=""/>
          <p:cNvPicPr/>
          <p:nvPr/>
        </p:nvPicPr>
        <p:blipFill>
          <a:blip r:embed="rId2"/>
          <a:stretch/>
        </p:blipFill>
        <p:spPr>
          <a:xfrm>
            <a:off x="0" y="5160240"/>
            <a:ext cx="10080000" cy="215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529200" y="-22860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Get nodes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1"/>
          <a:stretch/>
        </p:blipFill>
        <p:spPr>
          <a:xfrm>
            <a:off x="360" y="692640"/>
            <a:ext cx="10080000" cy="2147400"/>
          </a:xfrm>
          <a:prstGeom prst="rect">
            <a:avLst/>
          </a:prstGeom>
          <a:ln w="0">
            <a:noFill/>
          </a:ln>
        </p:spPr>
      </p:pic>
      <p:sp>
        <p:nvSpPr>
          <p:cNvPr id="407" name=""/>
          <p:cNvSpPr/>
          <p:nvPr/>
        </p:nvSpPr>
        <p:spPr>
          <a:xfrm>
            <a:off x="2514600" y="2935800"/>
            <a:ext cx="481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Credentials caused a problem! I will fix it later.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2"/>
          <a:stretch/>
        </p:blipFill>
        <p:spPr>
          <a:xfrm>
            <a:off x="725400" y="3275640"/>
            <a:ext cx="8418240" cy="426780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29200" y="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Delete cluster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10" name="" descr=""/>
          <p:cNvPicPr/>
          <p:nvPr/>
        </p:nvPicPr>
        <p:blipFill>
          <a:blip r:embed="rId1"/>
          <a:stretch/>
        </p:blipFill>
        <p:spPr>
          <a:xfrm>
            <a:off x="360" y="1143000"/>
            <a:ext cx="10080000" cy="1767600"/>
          </a:xfrm>
          <a:prstGeom prst="rect">
            <a:avLst/>
          </a:prstGeom>
          <a:ln w="0">
            <a:noFill/>
          </a:ln>
        </p:spPr>
      </p:pic>
      <p:pic>
        <p:nvPicPr>
          <p:cNvPr id="411" name="" descr=""/>
          <p:cNvPicPr/>
          <p:nvPr/>
        </p:nvPicPr>
        <p:blipFill>
          <a:blip r:embed="rId2"/>
          <a:stretch/>
        </p:blipFill>
        <p:spPr>
          <a:xfrm>
            <a:off x="360" y="3177000"/>
            <a:ext cx="10080000" cy="1836000"/>
          </a:xfrm>
          <a:prstGeom prst="rect">
            <a:avLst/>
          </a:prstGeom>
          <a:ln w="0">
            <a:noFill/>
          </a:ln>
        </p:spPr>
      </p:pic>
      <p:pic>
        <p:nvPicPr>
          <p:cNvPr id="412" name="" descr=""/>
          <p:cNvPicPr/>
          <p:nvPr/>
        </p:nvPicPr>
        <p:blipFill>
          <a:blip r:embed="rId3"/>
          <a:stretch/>
        </p:blipFill>
        <p:spPr>
          <a:xfrm>
            <a:off x="156600" y="5083560"/>
            <a:ext cx="9829440" cy="163008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CustomShape 3"/>
          <p:cNvSpPr/>
          <p:nvPr/>
        </p:nvSpPr>
        <p:spPr>
          <a:xfrm>
            <a:off x="504000" y="301320"/>
            <a:ext cx="905796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  <a:ea typeface="DejaVu Sans"/>
              </a:rPr>
              <a:t>Questions?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14" name="CustomShape 6"/>
          <p:cNvSpPr/>
          <p:nvPr/>
        </p:nvSpPr>
        <p:spPr>
          <a:xfrm>
            <a:off x="548640" y="1280160"/>
            <a:ext cx="9013320" cy="42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66cc"/>
                </a:solidFill>
                <a:latin typeface="Arial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15" name="CustomShape 7"/>
          <p:cNvSpPr/>
          <p:nvPr/>
        </p:nvSpPr>
        <p:spPr>
          <a:xfrm rot="21576000">
            <a:off x="278280" y="1024920"/>
            <a:ext cx="9405720" cy="49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2882520" y="1495440"/>
            <a:ext cx="4387320" cy="461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2023-02-28T13:33:50Z</dcterms:created>
  <dc:creator/>
  <dc:description/>
  <dc:language>en-US</dc:language>
  <cp:lastModifiedBy/>
  <dcterms:modified xsi:type="dcterms:W3CDTF">2024-06-11T11:41:45Z</dcterms:modified>
  <cp:revision>630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